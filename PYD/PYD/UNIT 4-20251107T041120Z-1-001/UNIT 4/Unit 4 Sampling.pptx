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7" roundtripDataSignature="AMtx7mjnIXJpjkCMWAucoxxyuznUBeYO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6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2"/>
          <p:cNvSpPr/>
          <p:nvPr>
            <p:ph idx="2" type="pic"/>
          </p:nvPr>
        </p:nvSpPr>
        <p:spPr>
          <a:xfrm>
            <a:off x="1792288" y="612775"/>
            <a:ext cx="5486400" cy="4114800"/>
          </a:xfrm>
          <a:prstGeom prst="rect">
            <a:avLst/>
          </a:prstGeom>
          <a:noFill/>
          <a:ln>
            <a:noFill/>
          </a:ln>
        </p:spPr>
      </p:sp>
      <p:sp>
        <p:nvSpPr>
          <p:cNvPr id="68" name="Google Shape;68;p6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1" name="Shape 91"/>
        <p:cNvGrpSpPr/>
        <p:nvPr/>
      </p:nvGrpSpPr>
      <p:grpSpPr>
        <a:xfrm>
          <a:off x="0" y="0"/>
          <a:ext cx="0" cy="0"/>
          <a:chOff x="0" y="0"/>
          <a:chExt cx="0" cy="0"/>
        </a:xfrm>
      </p:grpSpPr>
      <p:sp>
        <p:nvSpPr>
          <p:cNvPr id="92" name="Google Shape;92;p54"/>
          <p:cNvSpPr/>
          <p:nvPr/>
        </p:nvSpPr>
        <p:spPr>
          <a:xfrm>
            <a:off x="588392" y="1424588"/>
            <a:ext cx="800100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93" name="Google Shape;93;p54"/>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4"/>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lvl1pPr indent="-308610" lvl="0" marL="457200" algn="l">
              <a:spcBef>
                <a:spcPts val="0"/>
              </a:spcBef>
              <a:spcAft>
                <a:spcPts val="0"/>
              </a:spcAft>
              <a:buSzPts val="1260"/>
              <a:buChar char="⦿"/>
              <a:defRPr/>
            </a:lvl1pPr>
            <a:lvl2pPr indent="-331469" lvl="1" marL="914400" algn="l">
              <a:spcBef>
                <a:spcPts val="400"/>
              </a:spcBef>
              <a:spcAft>
                <a:spcPts val="0"/>
              </a:spcAft>
              <a:buSzPts val="1620"/>
              <a:buChar char="•"/>
              <a:defRPr/>
            </a:lvl2pPr>
            <a:lvl3pPr indent="-342900" lvl="2" marL="1371600" algn="l">
              <a:spcBef>
                <a:spcPts val="400"/>
              </a:spcBef>
              <a:spcAft>
                <a:spcPts val="0"/>
              </a:spcAft>
              <a:buSzPts val="1800"/>
              <a:buChar char="●"/>
              <a:defRPr/>
            </a:lvl3pPr>
            <a:lvl4pPr indent="-342900" lvl="3" marL="1828800" algn="l">
              <a:spcBef>
                <a:spcPts val="400"/>
              </a:spcBef>
              <a:spcAft>
                <a:spcPts val="0"/>
              </a:spcAft>
              <a:buSzPts val="1800"/>
              <a:buChar char="●"/>
              <a:defRPr/>
            </a:lvl4pPr>
            <a:lvl5pPr indent="-342900" lvl="4" marL="2286000" algn="l">
              <a:spcBef>
                <a:spcPts val="400"/>
              </a:spcBef>
              <a:spcAft>
                <a:spcPts val="0"/>
              </a:spcAft>
              <a:buSzPts val="1800"/>
              <a:buChar char="●"/>
              <a:defRPr/>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95" name="Google Shape;95;p54"/>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4"/>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4"/>
          <p:cNvSpPr txBox="1"/>
          <p:nvPr>
            <p:ph idx="12" type="sldNum"/>
          </p:nvPr>
        </p:nvSpPr>
        <p:spPr>
          <a:xfrm>
            <a:off x="8638952"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98" name="Shape 98"/>
        <p:cNvGrpSpPr/>
        <p:nvPr/>
      </p:nvGrpSpPr>
      <p:grpSpPr>
        <a:xfrm>
          <a:off x="0" y="0"/>
          <a:ext cx="0" cy="0"/>
          <a:chOff x="0" y="0"/>
          <a:chExt cx="0" cy="0"/>
        </a:xfrm>
      </p:grpSpPr>
      <p:sp>
        <p:nvSpPr>
          <p:cNvPr id="99" name="Google Shape;99;p65"/>
          <p:cNvSpPr/>
          <p:nvPr/>
        </p:nvSpPr>
        <p:spPr>
          <a:xfrm>
            <a:off x="164592" y="146304"/>
            <a:ext cx="8814816" cy="2505456"/>
          </a:xfrm>
          <a:prstGeom prst="round2DiagRect">
            <a:avLst>
              <a:gd fmla="val 11807" name="adj1"/>
              <a:gd fmla="val 0" name="adj2"/>
            </a:avLst>
          </a:prstGeom>
          <a:solidFill>
            <a:srgbClr val="878878">
              <a:alpha val="64705"/>
            </a:srgbClr>
          </a:solidFill>
          <a:ln cap="rnd" cmpd="sng" w="11000">
            <a:solidFill>
              <a:srgbClr val="9B9F8D">
                <a:alpha val="8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00" name="Google Shape;100;p65"/>
          <p:cNvSpPr txBox="1"/>
          <p:nvPr>
            <p:ph type="ctrTitle"/>
          </p:nvPr>
        </p:nvSpPr>
        <p:spPr>
          <a:xfrm>
            <a:off x="464234" y="381001"/>
            <a:ext cx="8229600" cy="2209800"/>
          </a:xfrm>
          <a:prstGeom prst="rect">
            <a:avLst/>
          </a:prstGeom>
          <a:noFill/>
          <a:ln>
            <a:noFill/>
          </a:ln>
        </p:spPr>
        <p:txBody>
          <a:bodyPr anchorCtr="0" anchor="b" bIns="45700" lIns="45700" spcFirstLastPara="1" rIns="228600" wrap="square" tIns="45700">
            <a:normAutofit/>
          </a:bodyPr>
          <a:lstStyle>
            <a:lvl1pPr lvl="0" algn="r">
              <a:spcBef>
                <a:spcPts val="0"/>
              </a:spcBef>
              <a:spcAft>
                <a:spcPts val="0"/>
              </a:spcAft>
              <a:buClr>
                <a:srgbClr val="E7E9C9"/>
              </a:buClr>
              <a:buSzPts val="4800"/>
              <a:buFont typeface="Rockwel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65"/>
          <p:cNvSpPr txBox="1"/>
          <p:nvPr>
            <p:ph idx="1" type="subTitle"/>
          </p:nvPr>
        </p:nvSpPr>
        <p:spPr>
          <a:xfrm>
            <a:off x="2133600" y="2819400"/>
            <a:ext cx="6560234" cy="1752600"/>
          </a:xfrm>
          <a:prstGeom prst="rect">
            <a:avLst/>
          </a:prstGeom>
          <a:noFill/>
          <a:ln>
            <a:noFill/>
          </a:ln>
        </p:spPr>
        <p:txBody>
          <a:bodyPr anchorCtr="0" anchor="t" bIns="45700" lIns="45700" spcFirstLastPara="1" rIns="246875" wrap="square" tIns="45700">
            <a:normAutofit/>
          </a:bodyPr>
          <a:lstStyle>
            <a:lvl1pPr lvl="0" algn="r">
              <a:spcBef>
                <a:spcPts val="0"/>
              </a:spcBef>
              <a:spcAft>
                <a:spcPts val="0"/>
              </a:spcAft>
              <a:buSzPts val="2240"/>
              <a:buNone/>
              <a:defRPr/>
            </a:lvl1pPr>
            <a:lvl2pPr lvl="1" algn="ctr">
              <a:spcBef>
                <a:spcPts val="400"/>
              </a:spcBef>
              <a:spcAft>
                <a:spcPts val="0"/>
              </a:spcAft>
              <a:buSzPts val="1620"/>
              <a:buNone/>
              <a:defRPr/>
            </a:lvl2pPr>
            <a:lvl3pPr lvl="2" algn="ctr">
              <a:spcBef>
                <a:spcPts val="400"/>
              </a:spcBef>
              <a:spcAft>
                <a:spcPts val="0"/>
              </a:spcAft>
              <a:buSzPts val="1800"/>
              <a:buNone/>
              <a:defRPr/>
            </a:lvl3pPr>
            <a:lvl4pPr lvl="3" algn="ctr">
              <a:spcBef>
                <a:spcPts val="400"/>
              </a:spcBef>
              <a:spcAft>
                <a:spcPts val="0"/>
              </a:spcAft>
              <a:buSzPts val="1800"/>
              <a:buNone/>
              <a:defRPr/>
            </a:lvl4pPr>
            <a:lvl5pPr lvl="4" algn="ctr">
              <a:spcBef>
                <a:spcPts val="400"/>
              </a:spcBef>
              <a:spcAft>
                <a:spcPts val="0"/>
              </a:spcAft>
              <a:buSzPts val="1800"/>
              <a:buNone/>
              <a:defRPr/>
            </a:lvl5pPr>
            <a:lvl6pPr lvl="5" algn="ctr">
              <a:spcBef>
                <a:spcPts val="400"/>
              </a:spcBef>
              <a:spcAft>
                <a:spcPts val="0"/>
              </a:spcAft>
              <a:buSzPts val="1800"/>
              <a:buNone/>
              <a:defRPr/>
            </a:lvl6pPr>
            <a:lvl7pPr lvl="6" algn="ctr">
              <a:spcBef>
                <a:spcPts val="400"/>
              </a:spcBef>
              <a:spcAft>
                <a:spcPts val="0"/>
              </a:spcAft>
              <a:buSzPts val="1800"/>
              <a:buNone/>
              <a:defRPr/>
            </a:lvl7pPr>
            <a:lvl8pPr lvl="7" algn="ctr">
              <a:spcBef>
                <a:spcPts val="400"/>
              </a:spcBef>
              <a:spcAft>
                <a:spcPts val="0"/>
              </a:spcAft>
              <a:buSzPts val="1800"/>
              <a:buNone/>
              <a:defRPr/>
            </a:lvl8pPr>
            <a:lvl9pPr lvl="8" algn="ctr">
              <a:spcBef>
                <a:spcPts val="400"/>
              </a:spcBef>
              <a:spcAft>
                <a:spcPts val="0"/>
              </a:spcAft>
              <a:buSzPts val="1800"/>
              <a:buNone/>
              <a:defRPr/>
            </a:lvl9pPr>
          </a:lstStyle>
          <a:p/>
        </p:txBody>
      </p:sp>
      <p:sp>
        <p:nvSpPr>
          <p:cNvPr id="102" name="Google Shape;102;p65"/>
          <p:cNvSpPr txBox="1"/>
          <p:nvPr>
            <p:ph idx="10" type="dt"/>
          </p:nvPr>
        </p:nvSpPr>
        <p:spPr>
          <a:xfrm>
            <a:off x="5562600" y="6509004"/>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65"/>
          <p:cNvSpPr txBox="1"/>
          <p:nvPr>
            <p:ph idx="12" type="sldNum"/>
          </p:nvPr>
        </p:nvSpPr>
        <p:spPr>
          <a:xfrm>
            <a:off x="8638952" y="6509004"/>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rgbClr val="DFE0D3"/>
                </a:solidFill>
                <a:latin typeface="Rockwell"/>
                <a:ea typeface="Rockwell"/>
                <a:cs typeface="Rockwell"/>
                <a:sym typeface="Rockwell"/>
              </a:defRPr>
            </a:lvl1pPr>
            <a:lvl2pPr indent="0" lvl="1" marL="0" algn="r">
              <a:spcBef>
                <a:spcPts val="0"/>
              </a:spcBef>
              <a:buNone/>
              <a:defRPr b="0" i="0" sz="1600" u="none" cap="none" strike="noStrike">
                <a:solidFill>
                  <a:srgbClr val="DFE0D3"/>
                </a:solidFill>
                <a:latin typeface="Rockwell"/>
                <a:ea typeface="Rockwell"/>
                <a:cs typeface="Rockwell"/>
                <a:sym typeface="Rockwell"/>
              </a:defRPr>
            </a:lvl2pPr>
            <a:lvl3pPr indent="0" lvl="2" marL="0" algn="r">
              <a:spcBef>
                <a:spcPts val="0"/>
              </a:spcBef>
              <a:buNone/>
              <a:defRPr b="0" i="0" sz="1600" u="none" cap="none" strike="noStrike">
                <a:solidFill>
                  <a:srgbClr val="DFE0D3"/>
                </a:solidFill>
                <a:latin typeface="Rockwell"/>
                <a:ea typeface="Rockwell"/>
                <a:cs typeface="Rockwell"/>
                <a:sym typeface="Rockwell"/>
              </a:defRPr>
            </a:lvl3pPr>
            <a:lvl4pPr indent="0" lvl="3" marL="0" algn="r">
              <a:spcBef>
                <a:spcPts val="0"/>
              </a:spcBef>
              <a:buNone/>
              <a:defRPr b="0" i="0" sz="1600" u="none" cap="none" strike="noStrike">
                <a:solidFill>
                  <a:srgbClr val="DFE0D3"/>
                </a:solidFill>
                <a:latin typeface="Rockwell"/>
                <a:ea typeface="Rockwell"/>
                <a:cs typeface="Rockwell"/>
                <a:sym typeface="Rockwell"/>
              </a:defRPr>
            </a:lvl4pPr>
            <a:lvl5pPr indent="0" lvl="4" marL="0" algn="r">
              <a:spcBef>
                <a:spcPts val="0"/>
              </a:spcBef>
              <a:buNone/>
              <a:defRPr b="0" i="0" sz="1600" u="none" cap="none" strike="noStrike">
                <a:solidFill>
                  <a:srgbClr val="DFE0D3"/>
                </a:solidFill>
                <a:latin typeface="Rockwell"/>
                <a:ea typeface="Rockwell"/>
                <a:cs typeface="Rockwell"/>
                <a:sym typeface="Rockwell"/>
              </a:defRPr>
            </a:lvl5pPr>
            <a:lvl6pPr indent="0" lvl="5" marL="0" algn="r">
              <a:spcBef>
                <a:spcPts val="0"/>
              </a:spcBef>
              <a:buNone/>
              <a:defRPr b="0" i="0" sz="1600" u="none" cap="none" strike="noStrike">
                <a:solidFill>
                  <a:srgbClr val="DFE0D3"/>
                </a:solidFill>
                <a:latin typeface="Rockwell"/>
                <a:ea typeface="Rockwell"/>
                <a:cs typeface="Rockwell"/>
                <a:sym typeface="Rockwell"/>
              </a:defRPr>
            </a:lvl6pPr>
            <a:lvl7pPr indent="0" lvl="6" marL="0" algn="r">
              <a:spcBef>
                <a:spcPts val="0"/>
              </a:spcBef>
              <a:buNone/>
              <a:defRPr b="0" i="0" sz="1600" u="none" cap="none" strike="noStrike">
                <a:solidFill>
                  <a:srgbClr val="DFE0D3"/>
                </a:solidFill>
                <a:latin typeface="Rockwell"/>
                <a:ea typeface="Rockwell"/>
                <a:cs typeface="Rockwell"/>
                <a:sym typeface="Rockwell"/>
              </a:defRPr>
            </a:lvl7pPr>
            <a:lvl8pPr indent="0" lvl="7" marL="0" algn="r">
              <a:spcBef>
                <a:spcPts val="0"/>
              </a:spcBef>
              <a:buNone/>
              <a:defRPr b="0" i="0" sz="1600" u="none" cap="none" strike="noStrike">
                <a:solidFill>
                  <a:srgbClr val="DFE0D3"/>
                </a:solidFill>
                <a:latin typeface="Rockwell"/>
                <a:ea typeface="Rockwell"/>
                <a:cs typeface="Rockwell"/>
                <a:sym typeface="Rockwell"/>
              </a:defRPr>
            </a:lvl8pPr>
            <a:lvl9pPr indent="0" lvl="8" marL="0" algn="r">
              <a:spcBef>
                <a:spcPts val="0"/>
              </a:spcBef>
              <a:buNone/>
              <a:defRPr b="0" i="0" sz="1600" u="none" cap="none" strike="noStrike">
                <a:solidFill>
                  <a:srgbClr val="DFE0D3"/>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65"/>
          <p:cNvSpPr txBox="1"/>
          <p:nvPr>
            <p:ph idx="11" type="ftr"/>
          </p:nvPr>
        </p:nvSpPr>
        <p:spPr>
          <a:xfrm>
            <a:off x="1600200" y="6509004"/>
            <a:ext cx="39074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105" name="Shape 105"/>
        <p:cNvGrpSpPr/>
        <p:nvPr/>
      </p:nvGrpSpPr>
      <p:grpSpPr>
        <a:xfrm>
          <a:off x="0" y="0"/>
          <a:ext cx="0" cy="0"/>
          <a:chOff x="0" y="0"/>
          <a:chExt cx="0" cy="0"/>
        </a:xfrm>
      </p:grpSpPr>
      <p:sp>
        <p:nvSpPr>
          <p:cNvPr id="106" name="Google Shape;106;p66"/>
          <p:cNvSpPr/>
          <p:nvPr/>
        </p:nvSpPr>
        <p:spPr>
          <a:xfrm>
            <a:off x="1000128" y="3267456"/>
            <a:ext cx="740664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07" name="Google Shape;107;p66"/>
          <p:cNvSpPr txBox="1"/>
          <p:nvPr>
            <p:ph type="title"/>
          </p:nvPr>
        </p:nvSpPr>
        <p:spPr>
          <a:xfrm>
            <a:off x="722376" y="498230"/>
            <a:ext cx="7772400" cy="2731008"/>
          </a:xfrm>
          <a:prstGeom prst="rect">
            <a:avLst/>
          </a:prstGeom>
          <a:noFill/>
          <a:ln>
            <a:noFill/>
          </a:ln>
        </p:spPr>
        <p:txBody>
          <a:bodyPr anchorCtr="0" anchor="b" bIns="45700" lIns="91425" spcFirstLastPara="1" rIns="100575" wrap="square" tIns="45700">
            <a:normAutofit/>
          </a:bodyPr>
          <a:lstStyle>
            <a:lvl1pPr lvl="0" algn="r">
              <a:spcBef>
                <a:spcPts val="0"/>
              </a:spcBef>
              <a:spcAft>
                <a:spcPts val="0"/>
              </a:spcAft>
              <a:buClr>
                <a:srgbClr val="68BE6E"/>
              </a:buClr>
              <a:buSzPts val="4000"/>
              <a:buFont typeface="Rockwell"/>
              <a:buNone/>
              <a:defRPr b="1" sz="4000" cap="none">
                <a:solidFill>
                  <a:srgbClr val="68BE6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66"/>
          <p:cNvSpPr txBox="1"/>
          <p:nvPr>
            <p:ph idx="1" type="body"/>
          </p:nvPr>
        </p:nvSpPr>
        <p:spPr>
          <a:xfrm>
            <a:off x="722313" y="3287713"/>
            <a:ext cx="7772400" cy="1509712"/>
          </a:xfrm>
          <a:prstGeom prst="rect">
            <a:avLst/>
          </a:prstGeom>
          <a:noFill/>
          <a:ln>
            <a:noFill/>
          </a:ln>
        </p:spPr>
        <p:txBody>
          <a:bodyPr anchorCtr="0" anchor="t" bIns="45700" lIns="91425" spcFirstLastPara="1" rIns="128000" wrap="square" tIns="45700">
            <a:normAutofit/>
          </a:bodyPr>
          <a:lstStyle>
            <a:lvl1pPr indent="-228600" lvl="0" marL="457200" algn="r">
              <a:spcBef>
                <a:spcPts val="0"/>
              </a:spcBef>
              <a:spcAft>
                <a:spcPts val="0"/>
              </a:spcAft>
              <a:buSzPts val="1400"/>
              <a:buNone/>
              <a:defRPr sz="2000">
                <a:solidFill>
                  <a:schemeClr val="lt1"/>
                </a:solidFill>
              </a:defRPr>
            </a:lvl1pPr>
            <a:lvl2pPr indent="-228600" lvl="1" marL="914400" algn="l">
              <a:spcBef>
                <a:spcPts val="400"/>
              </a:spcBef>
              <a:spcAft>
                <a:spcPts val="0"/>
              </a:spcAft>
              <a:buSzPts val="1620"/>
              <a:buFont typeface="Rockwell"/>
              <a:buNone/>
              <a:defRPr sz="1800">
                <a:solidFill>
                  <a:schemeClr val="lt1"/>
                </a:solidFill>
              </a:defRPr>
            </a:lvl2pPr>
            <a:lvl3pPr indent="-228600" lvl="2" marL="1371600" algn="l">
              <a:spcBef>
                <a:spcPts val="400"/>
              </a:spcBef>
              <a:spcAft>
                <a:spcPts val="0"/>
              </a:spcAft>
              <a:buSzPts val="1600"/>
              <a:buNone/>
              <a:defRPr sz="1600">
                <a:solidFill>
                  <a:schemeClr val="lt1"/>
                </a:solidFill>
              </a:defRPr>
            </a:lvl3pPr>
            <a:lvl4pPr indent="-228600" lvl="3" marL="1828800" algn="l">
              <a:spcBef>
                <a:spcPts val="400"/>
              </a:spcBef>
              <a:spcAft>
                <a:spcPts val="0"/>
              </a:spcAft>
              <a:buSzPts val="1400"/>
              <a:buNone/>
              <a:defRPr sz="1400">
                <a:solidFill>
                  <a:schemeClr val="lt1"/>
                </a:solidFill>
              </a:defRPr>
            </a:lvl4pPr>
            <a:lvl5pPr indent="-228600" lvl="4" marL="2286000" algn="l">
              <a:spcBef>
                <a:spcPts val="400"/>
              </a:spcBef>
              <a:spcAft>
                <a:spcPts val="0"/>
              </a:spcAft>
              <a:buSzPts val="1400"/>
              <a:buNone/>
              <a:defRPr sz="1400">
                <a:solidFill>
                  <a:schemeClr val="lt1"/>
                </a:solidFill>
              </a:defRPr>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09" name="Google Shape;109;p66"/>
          <p:cNvSpPr txBox="1"/>
          <p:nvPr>
            <p:ph idx="10" type="dt"/>
          </p:nvPr>
        </p:nvSpPr>
        <p:spPr>
          <a:xfrm>
            <a:off x="5562600" y="651367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6"/>
          <p:cNvSpPr txBox="1"/>
          <p:nvPr>
            <p:ph idx="12" type="sldNum"/>
          </p:nvPr>
        </p:nvSpPr>
        <p:spPr>
          <a:xfrm>
            <a:off x="8638952" y="6513670"/>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rgbClr val="DFE0D3"/>
                </a:solidFill>
                <a:latin typeface="Rockwell"/>
                <a:ea typeface="Rockwell"/>
                <a:cs typeface="Rockwell"/>
                <a:sym typeface="Rockwell"/>
              </a:defRPr>
            </a:lvl1pPr>
            <a:lvl2pPr indent="0" lvl="1" marL="0" algn="r">
              <a:spcBef>
                <a:spcPts val="0"/>
              </a:spcBef>
              <a:buNone/>
              <a:defRPr b="0" i="0" sz="1600" u="none" cap="none" strike="noStrike">
                <a:solidFill>
                  <a:srgbClr val="DFE0D3"/>
                </a:solidFill>
                <a:latin typeface="Rockwell"/>
                <a:ea typeface="Rockwell"/>
                <a:cs typeface="Rockwell"/>
                <a:sym typeface="Rockwell"/>
              </a:defRPr>
            </a:lvl2pPr>
            <a:lvl3pPr indent="0" lvl="2" marL="0" algn="r">
              <a:spcBef>
                <a:spcPts val="0"/>
              </a:spcBef>
              <a:buNone/>
              <a:defRPr b="0" i="0" sz="1600" u="none" cap="none" strike="noStrike">
                <a:solidFill>
                  <a:srgbClr val="DFE0D3"/>
                </a:solidFill>
                <a:latin typeface="Rockwell"/>
                <a:ea typeface="Rockwell"/>
                <a:cs typeface="Rockwell"/>
                <a:sym typeface="Rockwell"/>
              </a:defRPr>
            </a:lvl3pPr>
            <a:lvl4pPr indent="0" lvl="3" marL="0" algn="r">
              <a:spcBef>
                <a:spcPts val="0"/>
              </a:spcBef>
              <a:buNone/>
              <a:defRPr b="0" i="0" sz="1600" u="none" cap="none" strike="noStrike">
                <a:solidFill>
                  <a:srgbClr val="DFE0D3"/>
                </a:solidFill>
                <a:latin typeface="Rockwell"/>
                <a:ea typeface="Rockwell"/>
                <a:cs typeface="Rockwell"/>
                <a:sym typeface="Rockwell"/>
              </a:defRPr>
            </a:lvl4pPr>
            <a:lvl5pPr indent="0" lvl="4" marL="0" algn="r">
              <a:spcBef>
                <a:spcPts val="0"/>
              </a:spcBef>
              <a:buNone/>
              <a:defRPr b="0" i="0" sz="1600" u="none" cap="none" strike="noStrike">
                <a:solidFill>
                  <a:srgbClr val="DFE0D3"/>
                </a:solidFill>
                <a:latin typeface="Rockwell"/>
                <a:ea typeface="Rockwell"/>
                <a:cs typeface="Rockwell"/>
                <a:sym typeface="Rockwell"/>
              </a:defRPr>
            </a:lvl5pPr>
            <a:lvl6pPr indent="0" lvl="5" marL="0" algn="r">
              <a:spcBef>
                <a:spcPts val="0"/>
              </a:spcBef>
              <a:buNone/>
              <a:defRPr b="0" i="0" sz="1600" u="none" cap="none" strike="noStrike">
                <a:solidFill>
                  <a:srgbClr val="DFE0D3"/>
                </a:solidFill>
                <a:latin typeface="Rockwell"/>
                <a:ea typeface="Rockwell"/>
                <a:cs typeface="Rockwell"/>
                <a:sym typeface="Rockwell"/>
              </a:defRPr>
            </a:lvl6pPr>
            <a:lvl7pPr indent="0" lvl="6" marL="0" algn="r">
              <a:spcBef>
                <a:spcPts val="0"/>
              </a:spcBef>
              <a:buNone/>
              <a:defRPr b="0" i="0" sz="1600" u="none" cap="none" strike="noStrike">
                <a:solidFill>
                  <a:srgbClr val="DFE0D3"/>
                </a:solidFill>
                <a:latin typeface="Rockwell"/>
                <a:ea typeface="Rockwell"/>
                <a:cs typeface="Rockwell"/>
                <a:sym typeface="Rockwell"/>
              </a:defRPr>
            </a:lvl7pPr>
            <a:lvl8pPr indent="0" lvl="7" marL="0" algn="r">
              <a:spcBef>
                <a:spcPts val="0"/>
              </a:spcBef>
              <a:buNone/>
              <a:defRPr b="0" i="0" sz="1600" u="none" cap="none" strike="noStrike">
                <a:solidFill>
                  <a:srgbClr val="DFE0D3"/>
                </a:solidFill>
                <a:latin typeface="Rockwell"/>
                <a:ea typeface="Rockwell"/>
                <a:cs typeface="Rockwell"/>
                <a:sym typeface="Rockwell"/>
              </a:defRPr>
            </a:lvl8pPr>
            <a:lvl9pPr indent="0" lvl="8" marL="0" algn="r">
              <a:spcBef>
                <a:spcPts val="0"/>
              </a:spcBef>
              <a:buNone/>
              <a:defRPr b="0" i="0" sz="1600" u="none" cap="none" strike="noStrike">
                <a:solidFill>
                  <a:srgbClr val="DFE0D3"/>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66"/>
          <p:cNvSpPr txBox="1"/>
          <p:nvPr>
            <p:ph idx="11" type="ftr"/>
          </p:nvPr>
        </p:nvSpPr>
        <p:spPr>
          <a:xfrm>
            <a:off x="1600200" y="6513670"/>
            <a:ext cx="39074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67"/>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67"/>
          <p:cNvSpPr txBox="1"/>
          <p:nvPr>
            <p:ph idx="1" type="body"/>
          </p:nvPr>
        </p:nvSpPr>
        <p:spPr>
          <a:xfrm>
            <a:off x="457200" y="1645920"/>
            <a:ext cx="4038600" cy="4526280"/>
          </a:xfrm>
          <a:prstGeom prst="rect">
            <a:avLst/>
          </a:prstGeom>
          <a:noFill/>
          <a:ln>
            <a:noFill/>
          </a:ln>
        </p:spPr>
        <p:txBody>
          <a:bodyPr anchorCtr="0" anchor="t" bIns="45700" lIns="91425" spcFirstLastPara="1" rIns="91425" wrap="square" tIns="45700">
            <a:normAutofit/>
          </a:bodyPr>
          <a:lstStyle>
            <a:lvl1pPr indent="-353060" lvl="0" marL="457200" algn="l">
              <a:spcBef>
                <a:spcPts val="0"/>
              </a:spcBef>
              <a:spcAft>
                <a:spcPts val="0"/>
              </a:spcAft>
              <a:buSzPts val="1960"/>
              <a:buChar char="⦿"/>
              <a:defRPr sz="2800"/>
            </a:lvl1pPr>
            <a:lvl2pPr indent="-365760" lvl="1" marL="914400" algn="l">
              <a:spcBef>
                <a:spcPts val="400"/>
              </a:spcBef>
              <a:spcAft>
                <a:spcPts val="0"/>
              </a:spcAft>
              <a:buSzPts val="2160"/>
              <a:buFont typeface="Rockwell"/>
              <a:buChar char="•"/>
              <a:defRPr sz="2400"/>
            </a:lvl2pPr>
            <a:lvl3pPr indent="-355600" lvl="2" marL="1371600" algn="l">
              <a:spcBef>
                <a:spcPts val="400"/>
              </a:spcBef>
              <a:spcAft>
                <a:spcPts val="0"/>
              </a:spcAft>
              <a:buSzPts val="2000"/>
              <a:buChar char="●"/>
              <a:defRPr sz="2000"/>
            </a:lvl3pPr>
            <a:lvl4pPr indent="-342900" lvl="3" marL="1828800" algn="l">
              <a:spcBef>
                <a:spcPts val="400"/>
              </a:spcBef>
              <a:spcAft>
                <a:spcPts val="0"/>
              </a:spcAft>
              <a:buSzPts val="1800"/>
              <a:buChar char="●"/>
              <a:defRPr sz="1800"/>
            </a:lvl4pPr>
            <a:lvl5pPr indent="-342900" lvl="4" marL="2286000" algn="l">
              <a:spcBef>
                <a:spcPts val="400"/>
              </a:spcBef>
              <a:spcAft>
                <a:spcPts val="0"/>
              </a:spcAft>
              <a:buSzPts val="1800"/>
              <a:buChar char="●"/>
              <a:defRPr sz="18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15" name="Google Shape;115;p67"/>
          <p:cNvSpPr txBox="1"/>
          <p:nvPr>
            <p:ph idx="2" type="body"/>
          </p:nvPr>
        </p:nvSpPr>
        <p:spPr>
          <a:xfrm>
            <a:off x="4648200" y="1645920"/>
            <a:ext cx="4038600" cy="4526280"/>
          </a:xfrm>
          <a:prstGeom prst="rect">
            <a:avLst/>
          </a:prstGeom>
          <a:noFill/>
          <a:ln>
            <a:noFill/>
          </a:ln>
        </p:spPr>
        <p:txBody>
          <a:bodyPr anchorCtr="0" anchor="t" bIns="45700" lIns="91425" spcFirstLastPara="1" rIns="91425" wrap="square" tIns="45700">
            <a:normAutofit/>
          </a:bodyPr>
          <a:lstStyle>
            <a:lvl1pPr indent="-353060" lvl="0" marL="457200" algn="l">
              <a:spcBef>
                <a:spcPts val="0"/>
              </a:spcBef>
              <a:spcAft>
                <a:spcPts val="0"/>
              </a:spcAft>
              <a:buSzPts val="1960"/>
              <a:buChar char="⦿"/>
              <a:defRPr sz="2800"/>
            </a:lvl1pPr>
            <a:lvl2pPr indent="-365760" lvl="1" marL="914400" algn="l">
              <a:spcBef>
                <a:spcPts val="400"/>
              </a:spcBef>
              <a:spcAft>
                <a:spcPts val="0"/>
              </a:spcAft>
              <a:buSzPts val="2160"/>
              <a:buFont typeface="Rockwell"/>
              <a:buChar char="•"/>
              <a:defRPr sz="2400"/>
            </a:lvl2pPr>
            <a:lvl3pPr indent="-355600" lvl="2" marL="1371600" algn="l">
              <a:spcBef>
                <a:spcPts val="400"/>
              </a:spcBef>
              <a:spcAft>
                <a:spcPts val="0"/>
              </a:spcAft>
              <a:buSzPts val="2000"/>
              <a:buChar char="●"/>
              <a:defRPr sz="2000"/>
            </a:lvl3pPr>
            <a:lvl4pPr indent="-342900" lvl="3" marL="1828800" algn="l">
              <a:spcBef>
                <a:spcPts val="400"/>
              </a:spcBef>
              <a:spcAft>
                <a:spcPts val="0"/>
              </a:spcAft>
              <a:buSzPts val="1800"/>
              <a:buChar char="●"/>
              <a:defRPr sz="1800"/>
            </a:lvl4pPr>
            <a:lvl5pPr indent="-342900" lvl="4" marL="2286000" algn="l">
              <a:spcBef>
                <a:spcPts val="400"/>
              </a:spcBef>
              <a:spcAft>
                <a:spcPts val="0"/>
              </a:spcAft>
              <a:buSzPts val="1800"/>
              <a:buChar char="●"/>
              <a:defRPr sz="18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16" name="Google Shape;116;p67"/>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7"/>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67"/>
          <p:cNvSpPr txBox="1"/>
          <p:nvPr>
            <p:ph idx="12" type="sldNum"/>
          </p:nvPr>
        </p:nvSpPr>
        <p:spPr>
          <a:xfrm>
            <a:off x="8641080"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67"/>
          <p:cNvSpPr/>
          <p:nvPr/>
        </p:nvSpPr>
        <p:spPr>
          <a:xfrm>
            <a:off x="588392" y="1424588"/>
            <a:ext cx="800100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68"/>
          <p:cNvSpPr/>
          <p:nvPr/>
        </p:nvSpPr>
        <p:spPr>
          <a:xfrm>
            <a:off x="616744" y="2165216"/>
            <a:ext cx="374904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22" name="Google Shape;122;p68"/>
          <p:cNvSpPr/>
          <p:nvPr/>
        </p:nvSpPr>
        <p:spPr>
          <a:xfrm>
            <a:off x="4800600" y="2165216"/>
            <a:ext cx="374904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23" name="Google Shape;123;p68"/>
          <p:cNvSpPr txBox="1"/>
          <p:nvPr>
            <p:ph type="title"/>
          </p:nvPr>
        </p:nvSpPr>
        <p:spPr>
          <a:xfrm>
            <a:off x="457200" y="251948"/>
            <a:ext cx="8229600" cy="11430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4600"/>
              <a:buFont typeface="Rockwel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6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1540"/>
              <a:buNone/>
              <a:defRPr b="0" sz="2200" cap="none"/>
            </a:lvl1pPr>
            <a:lvl2pPr indent="-228600" lvl="1" marL="914400" algn="l">
              <a:spcBef>
                <a:spcPts val="400"/>
              </a:spcBef>
              <a:spcAft>
                <a:spcPts val="0"/>
              </a:spcAft>
              <a:buSzPts val="1800"/>
              <a:buFont typeface="Rockwell"/>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600"/>
              <a:buNone/>
              <a:defRPr b="1" sz="1600"/>
            </a:lvl4pPr>
            <a:lvl5pPr indent="-228600" lvl="4" marL="2286000" algn="l">
              <a:spcBef>
                <a:spcPts val="400"/>
              </a:spcBef>
              <a:spcAft>
                <a:spcPts val="0"/>
              </a:spcAft>
              <a:buSzPts val="1600"/>
              <a:buNone/>
              <a:defRPr b="1" sz="16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25" name="Google Shape;125;p68"/>
          <p:cNvSpPr txBox="1"/>
          <p:nvPr>
            <p:ph idx="2"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1540"/>
              <a:buNone/>
              <a:defRPr b="0" sz="2200" cap="none"/>
            </a:lvl1pPr>
            <a:lvl2pPr indent="-228600" lvl="1" marL="914400" algn="l">
              <a:spcBef>
                <a:spcPts val="400"/>
              </a:spcBef>
              <a:spcAft>
                <a:spcPts val="0"/>
              </a:spcAft>
              <a:buSzPts val="1800"/>
              <a:buFont typeface="Rockwell"/>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600"/>
              <a:buNone/>
              <a:defRPr b="1" sz="1600"/>
            </a:lvl4pPr>
            <a:lvl5pPr indent="-228600" lvl="4" marL="2286000" algn="l">
              <a:spcBef>
                <a:spcPts val="400"/>
              </a:spcBef>
              <a:spcAft>
                <a:spcPts val="0"/>
              </a:spcAft>
              <a:buSzPts val="1600"/>
              <a:buNone/>
              <a:defRPr b="1" sz="16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26" name="Google Shape;126;p68"/>
          <p:cNvSpPr txBox="1"/>
          <p:nvPr>
            <p:ph idx="3" type="body"/>
          </p:nvPr>
        </p:nvSpPr>
        <p:spPr>
          <a:xfrm>
            <a:off x="457200" y="2362200"/>
            <a:ext cx="4040188" cy="3941763"/>
          </a:xfrm>
          <a:prstGeom prst="rect">
            <a:avLst/>
          </a:prstGeom>
          <a:noFill/>
          <a:ln>
            <a:noFill/>
          </a:ln>
        </p:spPr>
        <p:txBody>
          <a:bodyPr anchorCtr="0" anchor="t" bIns="45700" lIns="91425" spcFirstLastPara="1" rIns="91425" wrap="square" tIns="45700">
            <a:normAutofit/>
          </a:bodyPr>
          <a:lstStyle>
            <a:lvl1pPr indent="-326390" lvl="0" marL="457200" algn="l">
              <a:spcBef>
                <a:spcPts val="0"/>
              </a:spcBef>
              <a:spcAft>
                <a:spcPts val="0"/>
              </a:spcAft>
              <a:buSzPts val="1540"/>
              <a:buChar char="⦿"/>
              <a:defRPr sz="2200"/>
            </a:lvl1pPr>
            <a:lvl2pPr indent="-342900" lvl="1" marL="914400" algn="l">
              <a:spcBef>
                <a:spcPts val="400"/>
              </a:spcBef>
              <a:spcAft>
                <a:spcPts val="0"/>
              </a:spcAft>
              <a:buSzPts val="1800"/>
              <a:buFont typeface="Rockwell"/>
              <a:buChar char="•"/>
              <a:defRPr sz="2000"/>
            </a:lvl2pPr>
            <a:lvl3pPr indent="-342900" lvl="2" marL="1371600" algn="l">
              <a:spcBef>
                <a:spcPts val="400"/>
              </a:spcBef>
              <a:spcAft>
                <a:spcPts val="0"/>
              </a:spcAft>
              <a:buSzPts val="1800"/>
              <a:buChar char="●"/>
              <a:defRPr sz="1800"/>
            </a:lvl3pPr>
            <a:lvl4pPr indent="-330200" lvl="3" marL="1828800" algn="l">
              <a:spcBef>
                <a:spcPts val="400"/>
              </a:spcBef>
              <a:spcAft>
                <a:spcPts val="0"/>
              </a:spcAft>
              <a:buSzPts val="1600"/>
              <a:buChar char="●"/>
              <a:defRPr sz="1600"/>
            </a:lvl4pPr>
            <a:lvl5pPr indent="-330200" lvl="4" marL="2286000" algn="l">
              <a:spcBef>
                <a:spcPts val="400"/>
              </a:spcBef>
              <a:spcAft>
                <a:spcPts val="0"/>
              </a:spcAft>
              <a:buSzPts val="1600"/>
              <a:buChar char="●"/>
              <a:defRPr sz="16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27" name="Google Shape;127;p68"/>
          <p:cNvSpPr txBox="1"/>
          <p:nvPr>
            <p:ph idx="4" type="body"/>
          </p:nvPr>
        </p:nvSpPr>
        <p:spPr>
          <a:xfrm>
            <a:off x="4645025" y="2362200"/>
            <a:ext cx="4041775" cy="3941763"/>
          </a:xfrm>
          <a:prstGeom prst="rect">
            <a:avLst/>
          </a:prstGeom>
          <a:noFill/>
          <a:ln>
            <a:noFill/>
          </a:ln>
        </p:spPr>
        <p:txBody>
          <a:bodyPr anchorCtr="0" anchor="t" bIns="45700" lIns="91425" spcFirstLastPara="1" rIns="91425" wrap="square" tIns="45700">
            <a:normAutofit/>
          </a:bodyPr>
          <a:lstStyle>
            <a:lvl1pPr indent="-326390" lvl="0" marL="457200" algn="l">
              <a:spcBef>
                <a:spcPts val="0"/>
              </a:spcBef>
              <a:spcAft>
                <a:spcPts val="0"/>
              </a:spcAft>
              <a:buSzPts val="1540"/>
              <a:buChar char="⦿"/>
              <a:defRPr sz="2200"/>
            </a:lvl1pPr>
            <a:lvl2pPr indent="-342900" lvl="1" marL="914400" algn="l">
              <a:spcBef>
                <a:spcPts val="400"/>
              </a:spcBef>
              <a:spcAft>
                <a:spcPts val="0"/>
              </a:spcAft>
              <a:buSzPts val="1800"/>
              <a:buFont typeface="Rockwell"/>
              <a:buChar char="•"/>
              <a:defRPr sz="2000"/>
            </a:lvl2pPr>
            <a:lvl3pPr indent="-342900" lvl="2" marL="1371600" algn="l">
              <a:spcBef>
                <a:spcPts val="400"/>
              </a:spcBef>
              <a:spcAft>
                <a:spcPts val="0"/>
              </a:spcAft>
              <a:buSzPts val="1800"/>
              <a:buChar char="●"/>
              <a:defRPr sz="1800"/>
            </a:lvl3pPr>
            <a:lvl4pPr indent="-330200" lvl="3" marL="1828800" algn="l">
              <a:spcBef>
                <a:spcPts val="400"/>
              </a:spcBef>
              <a:spcAft>
                <a:spcPts val="0"/>
              </a:spcAft>
              <a:buSzPts val="1600"/>
              <a:buChar char="●"/>
              <a:defRPr sz="1600"/>
            </a:lvl4pPr>
            <a:lvl5pPr indent="-330200" lvl="4" marL="2286000" algn="l">
              <a:spcBef>
                <a:spcPts val="400"/>
              </a:spcBef>
              <a:spcAft>
                <a:spcPts val="0"/>
              </a:spcAft>
              <a:buSzPts val="1600"/>
              <a:buChar char="●"/>
              <a:defRPr sz="16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28" name="Google Shape;128;p68"/>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68"/>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68"/>
          <p:cNvSpPr txBox="1"/>
          <p:nvPr>
            <p:ph idx="12" type="sldNum"/>
          </p:nvPr>
        </p:nvSpPr>
        <p:spPr>
          <a:xfrm>
            <a:off x="8641080"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sp>
        <p:nvSpPr>
          <p:cNvPr id="132" name="Google Shape;132;p69"/>
          <p:cNvSpPr txBox="1"/>
          <p:nvPr>
            <p:ph type="title"/>
          </p:nvPr>
        </p:nvSpPr>
        <p:spPr>
          <a:xfrm>
            <a:off x="457200" y="253218"/>
            <a:ext cx="8229600" cy="11430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69"/>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9"/>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69"/>
          <p:cNvSpPr txBox="1"/>
          <p:nvPr>
            <p:ph idx="12" type="sldNum"/>
          </p:nvPr>
        </p:nvSpPr>
        <p:spPr>
          <a:xfrm>
            <a:off x="8638952"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69"/>
          <p:cNvSpPr/>
          <p:nvPr/>
        </p:nvSpPr>
        <p:spPr>
          <a:xfrm>
            <a:off x="588392" y="1424588"/>
            <a:ext cx="800100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7" name="Shape 137"/>
        <p:cNvGrpSpPr/>
        <p:nvPr/>
      </p:nvGrpSpPr>
      <p:grpSpPr>
        <a:xfrm>
          <a:off x="0" y="0"/>
          <a:ext cx="0" cy="0"/>
          <a:chOff x="0" y="0"/>
          <a:chExt cx="0" cy="0"/>
        </a:xfrm>
      </p:grpSpPr>
      <p:sp>
        <p:nvSpPr>
          <p:cNvPr id="138" name="Google Shape;138;p70"/>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70"/>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70"/>
          <p:cNvSpPr txBox="1"/>
          <p:nvPr>
            <p:ph idx="12" type="sldNum"/>
          </p:nvPr>
        </p:nvSpPr>
        <p:spPr>
          <a:xfrm>
            <a:off x="8638952"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dk2"/>
        </a:solidFill>
      </p:bgPr>
    </p:bg>
    <p:spTree>
      <p:nvGrpSpPr>
        <p:cNvPr id="141" name="Shape 141"/>
        <p:cNvGrpSpPr/>
        <p:nvPr/>
      </p:nvGrpSpPr>
      <p:grpSpPr>
        <a:xfrm>
          <a:off x="0" y="0"/>
          <a:ext cx="0" cy="0"/>
          <a:chOff x="0" y="0"/>
          <a:chExt cx="0" cy="0"/>
        </a:xfrm>
      </p:grpSpPr>
      <p:sp>
        <p:nvSpPr>
          <p:cNvPr id="142" name="Google Shape;142;p71"/>
          <p:cNvSpPr/>
          <p:nvPr/>
        </p:nvSpPr>
        <p:spPr>
          <a:xfrm>
            <a:off x="5057552" y="1057656"/>
            <a:ext cx="3749040" cy="9144"/>
          </a:xfrm>
          <a:prstGeom prst="rect">
            <a:avLst/>
          </a:prstGeom>
          <a:solidFill>
            <a:schemeClr val="accent1"/>
          </a:solidFill>
          <a:ln>
            <a:noFill/>
          </a:ln>
          <a:effectLst>
            <a:outerShdw blurRad="12700" rotWithShape="0" algn="tl" dir="5400000" dist="129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43" name="Google Shape;143;p71"/>
          <p:cNvSpPr txBox="1"/>
          <p:nvPr>
            <p:ph type="title"/>
          </p:nvPr>
        </p:nvSpPr>
        <p:spPr>
          <a:xfrm>
            <a:off x="4963136" y="304800"/>
            <a:ext cx="3931920" cy="7620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2000"/>
              <a:buFont typeface="Rockwel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71"/>
          <p:cNvSpPr txBox="1"/>
          <p:nvPr>
            <p:ph idx="1" type="body"/>
          </p:nvPr>
        </p:nvSpPr>
        <p:spPr>
          <a:xfrm>
            <a:off x="4963136" y="1107560"/>
            <a:ext cx="3931920" cy="1066800"/>
          </a:xfrm>
          <a:prstGeom prst="rect">
            <a:avLst/>
          </a:prstGeom>
          <a:noFill/>
          <a:ln>
            <a:noFill/>
          </a:ln>
        </p:spPr>
        <p:txBody>
          <a:bodyPr anchorCtr="0" anchor="t" bIns="45700" lIns="91425" spcFirstLastPara="1" rIns="91425" wrap="square" tIns="45700">
            <a:normAutofit/>
          </a:bodyPr>
          <a:lstStyle>
            <a:lvl1pPr indent="-228600" lvl="0" marL="457200" algn="r">
              <a:spcBef>
                <a:spcPts val="0"/>
              </a:spcBef>
              <a:spcAft>
                <a:spcPts val="0"/>
              </a:spcAft>
              <a:buSzPts val="980"/>
              <a:buNone/>
              <a:defRPr sz="1400"/>
            </a:lvl1pPr>
            <a:lvl2pPr indent="-228600" lvl="1" marL="914400" algn="l">
              <a:spcBef>
                <a:spcPts val="400"/>
              </a:spcBef>
              <a:spcAft>
                <a:spcPts val="0"/>
              </a:spcAft>
              <a:buSzPts val="1080"/>
              <a:buFont typeface="Rockwell"/>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900"/>
              <a:buNone/>
              <a:defRPr sz="900"/>
            </a:lvl4pPr>
            <a:lvl5pPr indent="-228600" lvl="4" marL="2286000" algn="l">
              <a:spcBef>
                <a:spcPts val="400"/>
              </a:spcBef>
              <a:spcAft>
                <a:spcPts val="0"/>
              </a:spcAft>
              <a:buSzPts val="900"/>
              <a:buNone/>
              <a:defRPr sz="9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45" name="Google Shape;145;p71"/>
          <p:cNvSpPr txBox="1"/>
          <p:nvPr>
            <p:ph idx="2" type="body"/>
          </p:nvPr>
        </p:nvSpPr>
        <p:spPr>
          <a:xfrm>
            <a:off x="228600" y="2209800"/>
            <a:ext cx="8666456" cy="3977640"/>
          </a:xfrm>
          <a:prstGeom prst="rect">
            <a:avLst/>
          </a:prstGeom>
          <a:noFill/>
          <a:ln>
            <a:noFill/>
          </a:ln>
        </p:spPr>
        <p:txBody>
          <a:bodyPr anchorCtr="0" anchor="t" bIns="45700" lIns="91425" spcFirstLastPara="1" rIns="91425" wrap="square" tIns="45700">
            <a:normAutofit/>
          </a:bodyPr>
          <a:lstStyle>
            <a:lvl1pPr indent="-370840" lvl="0" marL="457200" algn="l">
              <a:spcBef>
                <a:spcPts val="0"/>
              </a:spcBef>
              <a:spcAft>
                <a:spcPts val="0"/>
              </a:spcAft>
              <a:buSzPts val="2240"/>
              <a:buChar char="⦿"/>
              <a:defRPr sz="3200"/>
            </a:lvl1pPr>
            <a:lvl2pPr indent="-388619" lvl="1" marL="914400" algn="l">
              <a:spcBef>
                <a:spcPts val="400"/>
              </a:spcBef>
              <a:spcAft>
                <a:spcPts val="0"/>
              </a:spcAft>
              <a:buSzPts val="2520"/>
              <a:buFont typeface="Rockwell"/>
              <a:buChar char="•"/>
              <a:defRPr sz="2800"/>
            </a:lvl2pPr>
            <a:lvl3pPr indent="-381000" lvl="2" marL="1371600" algn="l">
              <a:spcBef>
                <a:spcPts val="40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46" name="Google Shape;146;p71"/>
          <p:cNvSpPr txBox="1"/>
          <p:nvPr>
            <p:ph idx="10" type="dt"/>
          </p:nvPr>
        </p:nvSpPr>
        <p:spPr>
          <a:xfrm>
            <a:off x="5562600" y="651367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71"/>
          <p:cNvSpPr txBox="1"/>
          <p:nvPr>
            <p:ph idx="12" type="sldNum"/>
          </p:nvPr>
        </p:nvSpPr>
        <p:spPr>
          <a:xfrm>
            <a:off x="8638952" y="6513670"/>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rgbClr val="DFE0D3"/>
                </a:solidFill>
                <a:latin typeface="Rockwell"/>
                <a:ea typeface="Rockwell"/>
                <a:cs typeface="Rockwell"/>
                <a:sym typeface="Rockwell"/>
              </a:defRPr>
            </a:lvl1pPr>
            <a:lvl2pPr indent="0" lvl="1" marL="0" algn="r">
              <a:spcBef>
                <a:spcPts val="0"/>
              </a:spcBef>
              <a:buNone/>
              <a:defRPr b="0" i="0" sz="1600" u="none" cap="none" strike="noStrike">
                <a:solidFill>
                  <a:srgbClr val="DFE0D3"/>
                </a:solidFill>
                <a:latin typeface="Rockwell"/>
                <a:ea typeface="Rockwell"/>
                <a:cs typeface="Rockwell"/>
                <a:sym typeface="Rockwell"/>
              </a:defRPr>
            </a:lvl2pPr>
            <a:lvl3pPr indent="0" lvl="2" marL="0" algn="r">
              <a:spcBef>
                <a:spcPts val="0"/>
              </a:spcBef>
              <a:buNone/>
              <a:defRPr b="0" i="0" sz="1600" u="none" cap="none" strike="noStrike">
                <a:solidFill>
                  <a:srgbClr val="DFE0D3"/>
                </a:solidFill>
                <a:latin typeface="Rockwell"/>
                <a:ea typeface="Rockwell"/>
                <a:cs typeface="Rockwell"/>
                <a:sym typeface="Rockwell"/>
              </a:defRPr>
            </a:lvl3pPr>
            <a:lvl4pPr indent="0" lvl="3" marL="0" algn="r">
              <a:spcBef>
                <a:spcPts val="0"/>
              </a:spcBef>
              <a:buNone/>
              <a:defRPr b="0" i="0" sz="1600" u="none" cap="none" strike="noStrike">
                <a:solidFill>
                  <a:srgbClr val="DFE0D3"/>
                </a:solidFill>
                <a:latin typeface="Rockwell"/>
                <a:ea typeface="Rockwell"/>
                <a:cs typeface="Rockwell"/>
                <a:sym typeface="Rockwell"/>
              </a:defRPr>
            </a:lvl4pPr>
            <a:lvl5pPr indent="0" lvl="4" marL="0" algn="r">
              <a:spcBef>
                <a:spcPts val="0"/>
              </a:spcBef>
              <a:buNone/>
              <a:defRPr b="0" i="0" sz="1600" u="none" cap="none" strike="noStrike">
                <a:solidFill>
                  <a:srgbClr val="DFE0D3"/>
                </a:solidFill>
                <a:latin typeface="Rockwell"/>
                <a:ea typeface="Rockwell"/>
                <a:cs typeface="Rockwell"/>
                <a:sym typeface="Rockwell"/>
              </a:defRPr>
            </a:lvl5pPr>
            <a:lvl6pPr indent="0" lvl="5" marL="0" algn="r">
              <a:spcBef>
                <a:spcPts val="0"/>
              </a:spcBef>
              <a:buNone/>
              <a:defRPr b="0" i="0" sz="1600" u="none" cap="none" strike="noStrike">
                <a:solidFill>
                  <a:srgbClr val="DFE0D3"/>
                </a:solidFill>
                <a:latin typeface="Rockwell"/>
                <a:ea typeface="Rockwell"/>
                <a:cs typeface="Rockwell"/>
                <a:sym typeface="Rockwell"/>
              </a:defRPr>
            </a:lvl6pPr>
            <a:lvl7pPr indent="0" lvl="6" marL="0" algn="r">
              <a:spcBef>
                <a:spcPts val="0"/>
              </a:spcBef>
              <a:buNone/>
              <a:defRPr b="0" i="0" sz="1600" u="none" cap="none" strike="noStrike">
                <a:solidFill>
                  <a:srgbClr val="DFE0D3"/>
                </a:solidFill>
                <a:latin typeface="Rockwell"/>
                <a:ea typeface="Rockwell"/>
                <a:cs typeface="Rockwell"/>
                <a:sym typeface="Rockwell"/>
              </a:defRPr>
            </a:lvl7pPr>
            <a:lvl8pPr indent="0" lvl="7" marL="0" algn="r">
              <a:spcBef>
                <a:spcPts val="0"/>
              </a:spcBef>
              <a:buNone/>
              <a:defRPr b="0" i="0" sz="1600" u="none" cap="none" strike="noStrike">
                <a:solidFill>
                  <a:srgbClr val="DFE0D3"/>
                </a:solidFill>
                <a:latin typeface="Rockwell"/>
                <a:ea typeface="Rockwell"/>
                <a:cs typeface="Rockwell"/>
                <a:sym typeface="Rockwell"/>
              </a:defRPr>
            </a:lvl8pPr>
            <a:lvl9pPr indent="0" lvl="8" marL="0" algn="r">
              <a:spcBef>
                <a:spcPts val="0"/>
              </a:spcBef>
              <a:buNone/>
              <a:defRPr b="0" i="0" sz="1600" u="none" cap="none" strike="noStrike">
                <a:solidFill>
                  <a:srgbClr val="DFE0D3"/>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
        <p:nvSpPr>
          <p:cNvPr id="148" name="Google Shape;148;p71"/>
          <p:cNvSpPr txBox="1"/>
          <p:nvPr>
            <p:ph idx="11" type="ftr"/>
          </p:nvPr>
        </p:nvSpPr>
        <p:spPr>
          <a:xfrm>
            <a:off x="1600200" y="6513670"/>
            <a:ext cx="39074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9" name="Shape 149"/>
        <p:cNvGrpSpPr/>
        <p:nvPr/>
      </p:nvGrpSpPr>
      <p:grpSpPr>
        <a:xfrm>
          <a:off x="0" y="0"/>
          <a:ext cx="0" cy="0"/>
          <a:chOff x="0" y="0"/>
          <a:chExt cx="0" cy="0"/>
        </a:xfrm>
      </p:grpSpPr>
      <p:sp>
        <p:nvSpPr>
          <p:cNvPr id="150" name="Google Shape;150;p72"/>
          <p:cNvSpPr txBox="1"/>
          <p:nvPr>
            <p:ph type="title"/>
          </p:nvPr>
        </p:nvSpPr>
        <p:spPr>
          <a:xfrm>
            <a:off x="3040443" y="4724400"/>
            <a:ext cx="5486400" cy="664536"/>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2000"/>
              <a:buFont typeface="Rockwel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72"/>
          <p:cNvSpPr txBox="1"/>
          <p:nvPr>
            <p:ph idx="1" type="body"/>
          </p:nvPr>
        </p:nvSpPr>
        <p:spPr>
          <a:xfrm>
            <a:off x="3040443" y="5388936"/>
            <a:ext cx="5486400" cy="912255"/>
          </a:xfrm>
          <a:prstGeom prst="rect">
            <a:avLst/>
          </a:prstGeom>
          <a:noFill/>
          <a:ln>
            <a:noFill/>
          </a:ln>
        </p:spPr>
        <p:txBody>
          <a:bodyPr anchorCtr="0" anchor="t" bIns="45700" lIns="91425" spcFirstLastPara="1" rIns="91425" wrap="square" tIns="45700">
            <a:normAutofit/>
          </a:bodyPr>
          <a:lstStyle>
            <a:lvl1pPr indent="-228600" lvl="0" marL="457200" algn="r">
              <a:spcBef>
                <a:spcPts val="0"/>
              </a:spcBef>
              <a:spcAft>
                <a:spcPts val="0"/>
              </a:spcAft>
              <a:buSzPts val="980"/>
              <a:buNone/>
              <a:defRPr sz="1400"/>
            </a:lvl1pPr>
            <a:lvl2pPr indent="-297180" lvl="1" marL="914400" algn="l">
              <a:spcBef>
                <a:spcPts val="400"/>
              </a:spcBef>
              <a:spcAft>
                <a:spcPts val="0"/>
              </a:spcAft>
              <a:buSzPts val="1080"/>
              <a:buFont typeface="Rockwell"/>
              <a:buChar char="•"/>
              <a:defRPr sz="1200"/>
            </a:lvl2pPr>
            <a:lvl3pPr indent="-292100" lvl="2" marL="1371600" algn="l">
              <a:spcBef>
                <a:spcPts val="400"/>
              </a:spcBef>
              <a:spcAft>
                <a:spcPts val="0"/>
              </a:spcAft>
              <a:buSzPts val="1000"/>
              <a:buChar char="●"/>
              <a:defRPr sz="1000"/>
            </a:lvl3pPr>
            <a:lvl4pPr indent="-285750" lvl="3" marL="1828800" algn="l">
              <a:spcBef>
                <a:spcPts val="400"/>
              </a:spcBef>
              <a:spcAft>
                <a:spcPts val="0"/>
              </a:spcAft>
              <a:buSzPts val="900"/>
              <a:buChar char="●"/>
              <a:defRPr sz="900"/>
            </a:lvl4pPr>
            <a:lvl5pPr indent="-285750" lvl="4" marL="2286000" algn="l">
              <a:spcBef>
                <a:spcPts val="400"/>
              </a:spcBef>
              <a:spcAft>
                <a:spcPts val="0"/>
              </a:spcAft>
              <a:buSzPts val="900"/>
              <a:buChar char="●"/>
              <a:defRPr sz="900"/>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52" name="Google Shape;152;p72"/>
          <p:cNvSpPr/>
          <p:nvPr>
            <p:ph idx="2" type="pic"/>
          </p:nvPr>
        </p:nvSpPr>
        <p:spPr>
          <a:xfrm>
            <a:off x="304800" y="249864"/>
            <a:ext cx="8534400" cy="4343400"/>
          </a:xfrm>
          <a:prstGeom prst="round2DiagRect">
            <a:avLst>
              <a:gd fmla="val 11403" name="adj1"/>
              <a:gd fmla="val 0" name="adj2"/>
            </a:avLst>
          </a:prstGeom>
          <a:solidFill>
            <a:srgbClr val="878878">
              <a:alpha val="64705"/>
            </a:srgbClr>
          </a:solidFill>
          <a:ln cap="rnd" cmpd="sng" w="11000">
            <a:solidFill>
              <a:srgbClr val="9B9F8D">
                <a:alpha val="87843"/>
              </a:srgbClr>
            </a:solidFill>
            <a:prstDash val="solid"/>
            <a:round/>
            <a:headEnd len="sm" w="sm" type="none"/>
            <a:tailEnd len="sm" w="sm" type="none"/>
          </a:ln>
        </p:spPr>
      </p:sp>
      <p:sp>
        <p:nvSpPr>
          <p:cNvPr id="153" name="Google Shape;153;p72"/>
          <p:cNvSpPr txBox="1"/>
          <p:nvPr>
            <p:ph idx="10" type="dt"/>
          </p:nvPr>
        </p:nvSpPr>
        <p:spPr>
          <a:xfrm>
            <a:off x="5562600" y="6509004"/>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72"/>
          <p:cNvSpPr txBox="1"/>
          <p:nvPr>
            <p:ph idx="12" type="sldNum"/>
          </p:nvPr>
        </p:nvSpPr>
        <p:spPr>
          <a:xfrm>
            <a:off x="8638952" y="6509004"/>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rgbClr val="DFE0D3"/>
                </a:solidFill>
                <a:latin typeface="Rockwell"/>
                <a:ea typeface="Rockwell"/>
                <a:cs typeface="Rockwell"/>
                <a:sym typeface="Rockwell"/>
              </a:defRPr>
            </a:lvl1pPr>
            <a:lvl2pPr indent="0" lvl="1" marL="0" algn="r">
              <a:spcBef>
                <a:spcPts val="0"/>
              </a:spcBef>
              <a:buNone/>
              <a:defRPr b="0" i="0" sz="1600" u="none" cap="none" strike="noStrike">
                <a:solidFill>
                  <a:srgbClr val="DFE0D3"/>
                </a:solidFill>
                <a:latin typeface="Rockwell"/>
                <a:ea typeface="Rockwell"/>
                <a:cs typeface="Rockwell"/>
                <a:sym typeface="Rockwell"/>
              </a:defRPr>
            </a:lvl2pPr>
            <a:lvl3pPr indent="0" lvl="2" marL="0" algn="r">
              <a:spcBef>
                <a:spcPts val="0"/>
              </a:spcBef>
              <a:buNone/>
              <a:defRPr b="0" i="0" sz="1600" u="none" cap="none" strike="noStrike">
                <a:solidFill>
                  <a:srgbClr val="DFE0D3"/>
                </a:solidFill>
                <a:latin typeface="Rockwell"/>
                <a:ea typeface="Rockwell"/>
                <a:cs typeface="Rockwell"/>
                <a:sym typeface="Rockwell"/>
              </a:defRPr>
            </a:lvl3pPr>
            <a:lvl4pPr indent="0" lvl="3" marL="0" algn="r">
              <a:spcBef>
                <a:spcPts val="0"/>
              </a:spcBef>
              <a:buNone/>
              <a:defRPr b="0" i="0" sz="1600" u="none" cap="none" strike="noStrike">
                <a:solidFill>
                  <a:srgbClr val="DFE0D3"/>
                </a:solidFill>
                <a:latin typeface="Rockwell"/>
                <a:ea typeface="Rockwell"/>
                <a:cs typeface="Rockwell"/>
                <a:sym typeface="Rockwell"/>
              </a:defRPr>
            </a:lvl4pPr>
            <a:lvl5pPr indent="0" lvl="4" marL="0" algn="r">
              <a:spcBef>
                <a:spcPts val="0"/>
              </a:spcBef>
              <a:buNone/>
              <a:defRPr b="0" i="0" sz="1600" u="none" cap="none" strike="noStrike">
                <a:solidFill>
                  <a:srgbClr val="DFE0D3"/>
                </a:solidFill>
                <a:latin typeface="Rockwell"/>
                <a:ea typeface="Rockwell"/>
                <a:cs typeface="Rockwell"/>
                <a:sym typeface="Rockwell"/>
              </a:defRPr>
            </a:lvl5pPr>
            <a:lvl6pPr indent="0" lvl="5" marL="0" algn="r">
              <a:spcBef>
                <a:spcPts val="0"/>
              </a:spcBef>
              <a:buNone/>
              <a:defRPr b="0" i="0" sz="1600" u="none" cap="none" strike="noStrike">
                <a:solidFill>
                  <a:srgbClr val="DFE0D3"/>
                </a:solidFill>
                <a:latin typeface="Rockwell"/>
                <a:ea typeface="Rockwell"/>
                <a:cs typeface="Rockwell"/>
                <a:sym typeface="Rockwell"/>
              </a:defRPr>
            </a:lvl6pPr>
            <a:lvl7pPr indent="0" lvl="6" marL="0" algn="r">
              <a:spcBef>
                <a:spcPts val="0"/>
              </a:spcBef>
              <a:buNone/>
              <a:defRPr b="0" i="0" sz="1600" u="none" cap="none" strike="noStrike">
                <a:solidFill>
                  <a:srgbClr val="DFE0D3"/>
                </a:solidFill>
                <a:latin typeface="Rockwell"/>
                <a:ea typeface="Rockwell"/>
                <a:cs typeface="Rockwell"/>
                <a:sym typeface="Rockwell"/>
              </a:defRPr>
            </a:lvl7pPr>
            <a:lvl8pPr indent="0" lvl="7" marL="0" algn="r">
              <a:spcBef>
                <a:spcPts val="0"/>
              </a:spcBef>
              <a:buNone/>
              <a:defRPr b="0" i="0" sz="1600" u="none" cap="none" strike="noStrike">
                <a:solidFill>
                  <a:srgbClr val="DFE0D3"/>
                </a:solidFill>
                <a:latin typeface="Rockwell"/>
                <a:ea typeface="Rockwell"/>
                <a:cs typeface="Rockwell"/>
                <a:sym typeface="Rockwell"/>
              </a:defRPr>
            </a:lvl8pPr>
            <a:lvl9pPr indent="0" lvl="8" marL="0" algn="r">
              <a:spcBef>
                <a:spcPts val="0"/>
              </a:spcBef>
              <a:buNone/>
              <a:defRPr b="0" i="0" sz="1600" u="none" cap="none" strike="noStrike">
                <a:solidFill>
                  <a:srgbClr val="DFE0D3"/>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
        <p:nvSpPr>
          <p:cNvPr id="155" name="Google Shape;155;p72"/>
          <p:cNvSpPr txBox="1"/>
          <p:nvPr>
            <p:ph idx="11" type="ftr"/>
          </p:nvPr>
        </p:nvSpPr>
        <p:spPr>
          <a:xfrm>
            <a:off x="1600200" y="6509004"/>
            <a:ext cx="39074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6" name="Shape 156"/>
        <p:cNvGrpSpPr/>
        <p:nvPr/>
      </p:nvGrpSpPr>
      <p:grpSpPr>
        <a:xfrm>
          <a:off x="0" y="0"/>
          <a:ext cx="0" cy="0"/>
          <a:chOff x="0" y="0"/>
          <a:chExt cx="0" cy="0"/>
        </a:xfrm>
      </p:grpSpPr>
      <p:sp>
        <p:nvSpPr>
          <p:cNvPr id="157" name="Google Shape;157;p7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E7E9C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73"/>
          <p:cNvSpPr txBox="1"/>
          <p:nvPr>
            <p:ph idx="1" type="body"/>
          </p:nvPr>
        </p:nvSpPr>
        <p:spPr>
          <a:xfrm rot="5400000">
            <a:off x="2308860" y="-205423"/>
            <a:ext cx="4526280" cy="8229600"/>
          </a:xfrm>
          <a:prstGeom prst="rect">
            <a:avLst/>
          </a:prstGeom>
          <a:noFill/>
          <a:ln>
            <a:noFill/>
          </a:ln>
        </p:spPr>
        <p:txBody>
          <a:bodyPr anchorCtr="0" anchor="t" bIns="45700" lIns="91425" spcFirstLastPara="1" rIns="91425" wrap="square" tIns="45700">
            <a:normAutofit/>
          </a:bodyPr>
          <a:lstStyle>
            <a:lvl1pPr indent="-308610" lvl="0" marL="457200" algn="l">
              <a:spcBef>
                <a:spcPts val="0"/>
              </a:spcBef>
              <a:spcAft>
                <a:spcPts val="0"/>
              </a:spcAft>
              <a:buSzPts val="1260"/>
              <a:buChar char="⦿"/>
              <a:defRPr/>
            </a:lvl1pPr>
            <a:lvl2pPr indent="-331469" lvl="1" marL="914400" algn="l">
              <a:spcBef>
                <a:spcPts val="400"/>
              </a:spcBef>
              <a:spcAft>
                <a:spcPts val="0"/>
              </a:spcAft>
              <a:buSzPts val="1620"/>
              <a:buChar char="•"/>
              <a:defRPr/>
            </a:lvl2pPr>
            <a:lvl3pPr indent="-342900" lvl="2" marL="1371600" algn="l">
              <a:spcBef>
                <a:spcPts val="400"/>
              </a:spcBef>
              <a:spcAft>
                <a:spcPts val="0"/>
              </a:spcAft>
              <a:buSzPts val="1800"/>
              <a:buChar char="●"/>
              <a:defRPr/>
            </a:lvl3pPr>
            <a:lvl4pPr indent="-342900" lvl="3" marL="1828800" algn="l">
              <a:spcBef>
                <a:spcPts val="400"/>
              </a:spcBef>
              <a:spcAft>
                <a:spcPts val="0"/>
              </a:spcAft>
              <a:buSzPts val="1800"/>
              <a:buChar char="●"/>
              <a:defRPr/>
            </a:lvl4pPr>
            <a:lvl5pPr indent="-342900" lvl="4" marL="2286000" algn="l">
              <a:spcBef>
                <a:spcPts val="400"/>
              </a:spcBef>
              <a:spcAft>
                <a:spcPts val="0"/>
              </a:spcAft>
              <a:buSzPts val="1800"/>
              <a:buChar char="●"/>
              <a:defRPr/>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59" name="Google Shape;159;p73"/>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73"/>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73"/>
          <p:cNvSpPr txBox="1"/>
          <p:nvPr>
            <p:ph idx="12" type="sldNum"/>
          </p:nvPr>
        </p:nvSpPr>
        <p:spPr>
          <a:xfrm>
            <a:off x="8638952"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2" name="Shape 162"/>
        <p:cNvGrpSpPr/>
        <p:nvPr/>
      </p:nvGrpSpPr>
      <p:grpSpPr>
        <a:xfrm>
          <a:off x="0" y="0"/>
          <a:ext cx="0" cy="0"/>
          <a:chOff x="0" y="0"/>
          <a:chExt cx="0" cy="0"/>
        </a:xfrm>
      </p:grpSpPr>
      <p:sp>
        <p:nvSpPr>
          <p:cNvPr id="163" name="Google Shape;163;p74"/>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E7E9C9"/>
              </a:buClr>
              <a:buSzPts val="4600"/>
              <a:buFont typeface="Rockwel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7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0"/>
              </a:spcBef>
              <a:spcAft>
                <a:spcPts val="0"/>
              </a:spcAft>
              <a:buSzPts val="1260"/>
              <a:buChar char="⦿"/>
              <a:defRPr/>
            </a:lvl1pPr>
            <a:lvl2pPr indent="-331469" lvl="1" marL="914400" algn="l">
              <a:spcBef>
                <a:spcPts val="400"/>
              </a:spcBef>
              <a:spcAft>
                <a:spcPts val="0"/>
              </a:spcAft>
              <a:buSzPts val="1620"/>
              <a:buChar char="•"/>
              <a:defRPr/>
            </a:lvl2pPr>
            <a:lvl3pPr indent="-342900" lvl="2" marL="1371600" algn="l">
              <a:spcBef>
                <a:spcPts val="400"/>
              </a:spcBef>
              <a:spcAft>
                <a:spcPts val="0"/>
              </a:spcAft>
              <a:buSzPts val="1800"/>
              <a:buChar char="●"/>
              <a:defRPr/>
            </a:lvl3pPr>
            <a:lvl4pPr indent="-342900" lvl="3" marL="1828800" algn="l">
              <a:spcBef>
                <a:spcPts val="400"/>
              </a:spcBef>
              <a:spcAft>
                <a:spcPts val="0"/>
              </a:spcAft>
              <a:buSzPts val="1800"/>
              <a:buChar char="●"/>
              <a:defRPr/>
            </a:lvl4pPr>
            <a:lvl5pPr indent="-342900" lvl="4" marL="2286000" algn="l">
              <a:spcBef>
                <a:spcPts val="400"/>
              </a:spcBef>
              <a:spcAft>
                <a:spcPts val="0"/>
              </a:spcAft>
              <a:buSzPts val="1800"/>
              <a:buChar char="●"/>
              <a:defRPr/>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65" name="Google Shape;165;p74"/>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74"/>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74"/>
          <p:cNvSpPr txBox="1"/>
          <p:nvPr>
            <p:ph idx="12" type="sldNum"/>
          </p:nvPr>
        </p:nvSpPr>
        <p:spPr>
          <a:xfrm>
            <a:off x="8638952" y="6514568"/>
            <a:ext cx="464288"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 flip="none" tx="0" sx="50000" ty="0" sy="50000"/>
        </a:blipFill>
      </p:bgPr>
    </p:bg>
    <p:spTree>
      <p:nvGrpSpPr>
        <p:cNvPr id="84" name="Shape 84"/>
        <p:cNvGrpSpPr/>
        <p:nvPr/>
      </p:nvGrpSpPr>
      <p:grpSpPr>
        <a:xfrm>
          <a:off x="0" y="0"/>
          <a:ext cx="0" cy="0"/>
          <a:chOff x="0" y="0"/>
          <a:chExt cx="0" cy="0"/>
        </a:xfrm>
      </p:grpSpPr>
      <p:sp>
        <p:nvSpPr>
          <p:cNvPr id="85" name="Google Shape;85;p53"/>
          <p:cNvSpPr/>
          <p:nvPr/>
        </p:nvSpPr>
        <p:spPr>
          <a:xfrm>
            <a:off x="164592" y="147085"/>
            <a:ext cx="8810846" cy="6565392"/>
          </a:xfrm>
          <a:prstGeom prst="round2DiagRect">
            <a:avLst>
              <a:gd fmla="val 11807" name="adj1"/>
              <a:gd fmla="val 0" name="adj2"/>
            </a:avLst>
          </a:prstGeom>
          <a:solidFill>
            <a:srgbClr val="878878">
              <a:alpha val="64705"/>
            </a:srgbClr>
          </a:solidFill>
          <a:ln cap="rnd" cmpd="sng" w="11000">
            <a:solidFill>
              <a:srgbClr val="9B9F8D">
                <a:alpha val="8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86" name="Google Shape;86;p53"/>
          <p:cNvSpPr txBox="1"/>
          <p:nvPr>
            <p:ph idx="11" type="ftr"/>
          </p:nvPr>
        </p:nvSpPr>
        <p:spPr>
          <a:xfrm>
            <a:off x="1295400" y="6400800"/>
            <a:ext cx="4212264" cy="27432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300" u="none" cap="none" strike="noStrike">
                <a:solidFill>
                  <a:srgbClr val="B8B9B0"/>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87" name="Google Shape;87;p53"/>
          <p:cNvSpPr txBox="1"/>
          <p:nvPr>
            <p:ph idx="10" type="dt"/>
          </p:nvPr>
        </p:nvSpPr>
        <p:spPr>
          <a:xfrm>
            <a:off x="5562600" y="6400800"/>
            <a:ext cx="3002280" cy="2743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300" u="none" cap="none" strike="noStrike">
                <a:solidFill>
                  <a:srgbClr val="B8B9B0"/>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88" name="Google Shape;88;p53"/>
          <p:cNvSpPr txBox="1"/>
          <p:nvPr>
            <p:ph idx="12" type="sldNum"/>
          </p:nvPr>
        </p:nvSpPr>
        <p:spPr>
          <a:xfrm>
            <a:off x="8638952" y="6514568"/>
            <a:ext cx="464288" cy="27432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00" u="none" cap="none" strike="noStrike">
                <a:solidFill>
                  <a:srgbClr val="DFE0D3"/>
                </a:solidFill>
                <a:latin typeface="Rockwell"/>
                <a:ea typeface="Rockwell"/>
                <a:cs typeface="Rockwell"/>
                <a:sym typeface="Rockwell"/>
              </a:defRPr>
            </a:lvl1pPr>
            <a:lvl2pPr indent="0" lvl="1" marL="0" marR="0" rtl="0" algn="r">
              <a:spcBef>
                <a:spcPts val="0"/>
              </a:spcBef>
              <a:buNone/>
              <a:defRPr b="0" i="0" sz="1600" u="none" cap="none" strike="noStrike">
                <a:solidFill>
                  <a:srgbClr val="DFE0D3"/>
                </a:solidFill>
                <a:latin typeface="Rockwell"/>
                <a:ea typeface="Rockwell"/>
                <a:cs typeface="Rockwell"/>
                <a:sym typeface="Rockwell"/>
              </a:defRPr>
            </a:lvl2pPr>
            <a:lvl3pPr indent="0" lvl="2" marL="0" marR="0" rtl="0" algn="r">
              <a:spcBef>
                <a:spcPts val="0"/>
              </a:spcBef>
              <a:buNone/>
              <a:defRPr b="0" i="0" sz="1600" u="none" cap="none" strike="noStrike">
                <a:solidFill>
                  <a:srgbClr val="DFE0D3"/>
                </a:solidFill>
                <a:latin typeface="Rockwell"/>
                <a:ea typeface="Rockwell"/>
                <a:cs typeface="Rockwell"/>
                <a:sym typeface="Rockwell"/>
              </a:defRPr>
            </a:lvl3pPr>
            <a:lvl4pPr indent="0" lvl="3" marL="0" marR="0" rtl="0" algn="r">
              <a:spcBef>
                <a:spcPts val="0"/>
              </a:spcBef>
              <a:buNone/>
              <a:defRPr b="0" i="0" sz="1600" u="none" cap="none" strike="noStrike">
                <a:solidFill>
                  <a:srgbClr val="DFE0D3"/>
                </a:solidFill>
                <a:latin typeface="Rockwell"/>
                <a:ea typeface="Rockwell"/>
                <a:cs typeface="Rockwell"/>
                <a:sym typeface="Rockwell"/>
              </a:defRPr>
            </a:lvl4pPr>
            <a:lvl5pPr indent="0" lvl="4" marL="0" marR="0" rtl="0" algn="r">
              <a:spcBef>
                <a:spcPts val="0"/>
              </a:spcBef>
              <a:buNone/>
              <a:defRPr b="0" i="0" sz="1600" u="none" cap="none" strike="noStrike">
                <a:solidFill>
                  <a:srgbClr val="DFE0D3"/>
                </a:solidFill>
                <a:latin typeface="Rockwell"/>
                <a:ea typeface="Rockwell"/>
                <a:cs typeface="Rockwell"/>
                <a:sym typeface="Rockwell"/>
              </a:defRPr>
            </a:lvl5pPr>
            <a:lvl6pPr indent="0" lvl="5" marL="0" marR="0" rtl="0" algn="r">
              <a:spcBef>
                <a:spcPts val="0"/>
              </a:spcBef>
              <a:buNone/>
              <a:defRPr b="0" i="0" sz="1600" u="none" cap="none" strike="noStrike">
                <a:solidFill>
                  <a:srgbClr val="DFE0D3"/>
                </a:solidFill>
                <a:latin typeface="Rockwell"/>
                <a:ea typeface="Rockwell"/>
                <a:cs typeface="Rockwell"/>
                <a:sym typeface="Rockwell"/>
              </a:defRPr>
            </a:lvl6pPr>
            <a:lvl7pPr indent="0" lvl="6" marL="0" marR="0" rtl="0" algn="r">
              <a:spcBef>
                <a:spcPts val="0"/>
              </a:spcBef>
              <a:buNone/>
              <a:defRPr b="0" i="0" sz="1600" u="none" cap="none" strike="noStrike">
                <a:solidFill>
                  <a:srgbClr val="DFE0D3"/>
                </a:solidFill>
                <a:latin typeface="Rockwell"/>
                <a:ea typeface="Rockwell"/>
                <a:cs typeface="Rockwell"/>
                <a:sym typeface="Rockwell"/>
              </a:defRPr>
            </a:lvl7pPr>
            <a:lvl8pPr indent="0" lvl="7" marL="0" marR="0" rtl="0" algn="r">
              <a:spcBef>
                <a:spcPts val="0"/>
              </a:spcBef>
              <a:buNone/>
              <a:defRPr b="0" i="0" sz="1600" u="none" cap="none" strike="noStrike">
                <a:solidFill>
                  <a:srgbClr val="DFE0D3"/>
                </a:solidFill>
                <a:latin typeface="Rockwell"/>
                <a:ea typeface="Rockwell"/>
                <a:cs typeface="Rockwell"/>
                <a:sym typeface="Rockwell"/>
              </a:defRPr>
            </a:lvl8pPr>
            <a:lvl9pPr indent="0" lvl="8" marL="0" marR="0" rtl="0" algn="r">
              <a:spcBef>
                <a:spcPts val="0"/>
              </a:spcBef>
              <a:buNone/>
              <a:defRPr b="0" i="0" sz="1600" u="none" cap="none" strike="noStrike">
                <a:solidFill>
                  <a:srgbClr val="DFE0D3"/>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5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lvl1pPr lvl="0" marR="0" rtl="0" algn="r">
              <a:spcBef>
                <a:spcPts val="0"/>
              </a:spcBef>
              <a:spcAft>
                <a:spcPts val="0"/>
              </a:spcAft>
              <a:buClr>
                <a:srgbClr val="E7E9C9"/>
              </a:buClr>
              <a:buSzPts val="4600"/>
              <a:buFont typeface="Rockwell"/>
              <a:buNone/>
              <a:defRPr b="0" i="0" sz="4600" u="none" cap="none" strike="noStrike">
                <a:solidFill>
                  <a:srgbClr val="E7E9C9"/>
                </a:solidFill>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0" name="Google Shape;90;p53"/>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lvl1pPr indent="-370840" lvl="0" marL="457200" marR="0" rtl="0" algn="l">
              <a:spcBef>
                <a:spcPts val="0"/>
              </a:spcBef>
              <a:spcAft>
                <a:spcPts val="0"/>
              </a:spcAft>
              <a:buClr>
                <a:schemeClr val="accent1"/>
              </a:buClr>
              <a:buSzPts val="2240"/>
              <a:buFont typeface="Noto Sans Symbols"/>
              <a:buChar char="⦿"/>
              <a:defRPr b="0" i="0" sz="3200" u="none" cap="none" strike="noStrike">
                <a:solidFill>
                  <a:schemeClr val="lt1"/>
                </a:solidFill>
                <a:latin typeface="Rockwell"/>
                <a:ea typeface="Rockwell"/>
                <a:cs typeface="Rockwell"/>
                <a:sym typeface="Rockwell"/>
              </a:defRPr>
            </a:lvl1pPr>
            <a:lvl2pPr indent="-377190" lvl="1" marL="914400" marR="0" rtl="0" algn="l">
              <a:spcBef>
                <a:spcPts val="400"/>
              </a:spcBef>
              <a:spcAft>
                <a:spcPts val="0"/>
              </a:spcAft>
              <a:buClr>
                <a:schemeClr val="accent2"/>
              </a:buClr>
              <a:buSzPts val="2340"/>
              <a:buFont typeface="Rockwell"/>
              <a:buChar char="•"/>
              <a:defRPr b="0" i="0" sz="2600" u="none" cap="none" strike="noStrike">
                <a:solidFill>
                  <a:schemeClr val="lt1"/>
                </a:solidFill>
                <a:latin typeface="Rockwell"/>
                <a:ea typeface="Rockwell"/>
                <a:cs typeface="Rockwell"/>
                <a:sym typeface="Rockwell"/>
              </a:defRPr>
            </a:lvl2pPr>
            <a:lvl3pPr indent="-374650" lvl="2" marL="1371600" marR="0" rtl="0" algn="l">
              <a:spcBef>
                <a:spcPts val="400"/>
              </a:spcBef>
              <a:spcAft>
                <a:spcPts val="0"/>
              </a:spcAft>
              <a:buClr>
                <a:schemeClr val="accent3"/>
              </a:buClr>
              <a:buSzPts val="2300"/>
              <a:buFont typeface="Noto Sans Symbols"/>
              <a:buChar char="●"/>
              <a:defRPr b="0" i="0" sz="2300" u="none" cap="none" strike="noStrike">
                <a:solidFill>
                  <a:schemeClr val="lt1"/>
                </a:solidFill>
                <a:latin typeface="Rockwell"/>
                <a:ea typeface="Rockwell"/>
                <a:cs typeface="Rockwell"/>
                <a:sym typeface="Rockwell"/>
              </a:defRPr>
            </a:lvl3pPr>
            <a:lvl4pPr indent="-355600" lvl="3" marL="1828800" marR="0" rtl="0" algn="l">
              <a:spcBef>
                <a:spcPts val="400"/>
              </a:spcBef>
              <a:spcAft>
                <a:spcPts val="0"/>
              </a:spcAft>
              <a:buClr>
                <a:schemeClr val="accent3"/>
              </a:buClr>
              <a:buSzPts val="2000"/>
              <a:buFont typeface="Noto Sans Symbols"/>
              <a:buChar char="●"/>
              <a:defRPr b="0" i="0" sz="2000" u="none" cap="none" strike="noStrike">
                <a:solidFill>
                  <a:schemeClr val="lt1"/>
                </a:solidFill>
                <a:latin typeface="Rockwell"/>
                <a:ea typeface="Rockwell"/>
                <a:cs typeface="Rockwell"/>
                <a:sym typeface="Rockwell"/>
              </a:defRPr>
            </a:lvl4pPr>
            <a:lvl5pPr indent="-349250" lvl="4" marL="2286000" marR="0" rtl="0" algn="l">
              <a:spcBef>
                <a:spcPts val="400"/>
              </a:spcBef>
              <a:spcAft>
                <a:spcPts val="0"/>
              </a:spcAft>
              <a:buClr>
                <a:schemeClr val="accent3"/>
              </a:buClr>
              <a:buSzPts val="1900"/>
              <a:buFont typeface="Noto Sans Symbols"/>
              <a:buChar char="●"/>
              <a:defRPr b="0" i="0" sz="1900" u="none" cap="none" strike="noStrike">
                <a:solidFill>
                  <a:schemeClr val="lt1"/>
                </a:solidFill>
                <a:latin typeface="Rockwell"/>
                <a:ea typeface="Rockwell"/>
                <a:cs typeface="Rockwell"/>
                <a:sym typeface="Rockwell"/>
              </a:defRPr>
            </a:lvl5pPr>
            <a:lvl6pPr indent="-342900" lvl="5" marL="2743200" marR="0" rtl="0" algn="l">
              <a:spcBef>
                <a:spcPts val="400"/>
              </a:spcBef>
              <a:spcAft>
                <a:spcPts val="0"/>
              </a:spcAft>
              <a:buClr>
                <a:schemeClr val="accent4"/>
              </a:buClr>
              <a:buSzPts val="1800"/>
              <a:buFont typeface="Noto Sans Symbols"/>
              <a:buChar char="●"/>
              <a:defRPr b="0" i="0" sz="1800" u="none" cap="none" strike="noStrike">
                <a:solidFill>
                  <a:schemeClr val="lt1"/>
                </a:solidFill>
                <a:latin typeface="Rockwell"/>
                <a:ea typeface="Rockwell"/>
                <a:cs typeface="Rockwell"/>
                <a:sym typeface="Rockwell"/>
              </a:defRPr>
            </a:lvl6pPr>
            <a:lvl7pPr indent="-330200" lvl="6" marL="3200400" marR="0" rtl="0" algn="l">
              <a:spcBef>
                <a:spcPts val="400"/>
              </a:spcBef>
              <a:spcAft>
                <a:spcPts val="0"/>
              </a:spcAft>
              <a:buClr>
                <a:schemeClr val="accent4"/>
              </a:buClr>
              <a:buSzPts val="1600"/>
              <a:buFont typeface="Noto Sans Symbols"/>
              <a:buChar char="●"/>
              <a:defRPr b="0" i="0" sz="1600" u="none" cap="none" strike="noStrike">
                <a:solidFill>
                  <a:schemeClr val="lt1"/>
                </a:solidFill>
                <a:latin typeface="Rockwell"/>
                <a:ea typeface="Rockwell"/>
                <a:cs typeface="Rockwell"/>
                <a:sym typeface="Rockwell"/>
              </a:defRPr>
            </a:lvl7pPr>
            <a:lvl8pPr indent="-330200" lvl="7" marL="3657600" marR="0" rtl="0" algn="l">
              <a:spcBef>
                <a:spcPts val="400"/>
              </a:spcBef>
              <a:spcAft>
                <a:spcPts val="0"/>
              </a:spcAft>
              <a:buClr>
                <a:schemeClr val="accent4"/>
              </a:buClr>
              <a:buSzPts val="1600"/>
              <a:buFont typeface="Noto Sans Symbols"/>
              <a:buChar char="●"/>
              <a:defRPr b="0" i="0" sz="1600" u="none" cap="none" strike="noStrike">
                <a:solidFill>
                  <a:schemeClr val="lt1"/>
                </a:solidFill>
                <a:latin typeface="Rockwell"/>
                <a:ea typeface="Rockwell"/>
                <a:cs typeface="Rockwell"/>
                <a:sym typeface="Rockwell"/>
              </a:defRPr>
            </a:lvl8pPr>
            <a:lvl9pPr indent="-330200" lvl="8" marL="4114800" marR="0" rtl="0" algn="l">
              <a:spcBef>
                <a:spcPts val="400"/>
              </a:spcBef>
              <a:spcAft>
                <a:spcPts val="0"/>
              </a:spcAft>
              <a:buClr>
                <a:schemeClr val="accent4"/>
              </a:buClr>
              <a:buSzPts val="1600"/>
              <a:buFont typeface="Noto Sans Symbols"/>
              <a:buChar char="●"/>
              <a:defRPr b="0" i="0" sz="1600" u="none" cap="none" strike="noStrike">
                <a:solidFill>
                  <a:schemeClr val="lt1"/>
                </a:solidFill>
                <a:latin typeface="Rockwell"/>
                <a:ea typeface="Rockwell"/>
                <a:cs typeface="Rockwell"/>
                <a:sym typeface="Rockwell"/>
              </a:defRPr>
            </a:lvl9pPr>
          </a:lstStyle>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
          <p:cNvSpPr txBox="1"/>
          <p:nvPr>
            <p:ph type="ctrTitle"/>
          </p:nvPr>
        </p:nvSpPr>
        <p:spPr>
          <a:xfrm>
            <a:off x="685800" y="2130425"/>
            <a:ext cx="8153400" cy="28987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Sampling Distribution and Confidence Interval Estimation 	</a:t>
            </a:r>
            <a:br>
              <a:rPr b="1" lang="en-US"/>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Introduction to Sampling</a:t>
            </a:r>
            <a:endParaRPr/>
          </a:p>
        </p:txBody>
      </p:sp>
      <p:sp>
        <p:nvSpPr>
          <p:cNvPr id="178" name="Google Shape;178;p2"/>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Autofit/>
          </a:bodyPr>
          <a:lstStyle/>
          <a:p>
            <a:pPr indent="-292100" lvl="0" marL="292100" rtl="0" algn="just">
              <a:spcBef>
                <a:spcPts val="0"/>
              </a:spcBef>
              <a:spcAft>
                <a:spcPts val="0"/>
              </a:spcAft>
              <a:buSzPts val="1680"/>
              <a:buChar char="⦿"/>
            </a:pPr>
            <a:r>
              <a:rPr lang="en-US" sz="2400"/>
              <a:t>Data are numerical values containing some information. Statistics is the science of data.</a:t>
            </a:r>
            <a:endParaRPr/>
          </a:p>
          <a:p>
            <a:pPr indent="-292100" lvl="0" marL="292100" rtl="0" algn="just">
              <a:spcBef>
                <a:spcPts val="0"/>
              </a:spcBef>
              <a:spcAft>
                <a:spcPts val="0"/>
              </a:spcAft>
              <a:buSzPts val="1680"/>
              <a:buChar char="⦿"/>
            </a:pPr>
            <a:r>
              <a:rPr lang="en-US" sz="2400"/>
              <a:t>Statistical tools can be used on a data set to draw statistical inferences. </a:t>
            </a:r>
            <a:r>
              <a:rPr lang="en-US" sz="2400"/>
              <a:t>These statistical inferences are in turn used for various purposes.</a:t>
            </a:r>
            <a:endParaRPr/>
          </a:p>
          <a:p>
            <a:pPr indent="-292100" lvl="0" marL="292100" rtl="0" algn="just">
              <a:spcBef>
                <a:spcPts val="0"/>
              </a:spcBef>
              <a:spcAft>
                <a:spcPts val="0"/>
              </a:spcAft>
              <a:buSzPts val="1680"/>
              <a:buChar char="⦿"/>
            </a:pPr>
            <a:r>
              <a:rPr lang="en-US" sz="2400"/>
              <a:t>For example, the government use</a:t>
            </a:r>
            <a:r>
              <a:rPr lang="en-US" sz="2400"/>
              <a:t>s such data for policy formulation for the welfare of the people, marketing companies use the data from consumer surveys to improve the company and to provide better services to the customer, etc.</a:t>
            </a:r>
            <a:endParaRPr/>
          </a:p>
          <a:p>
            <a:pPr indent="-292100" lvl="0" marL="292100" rtl="0" algn="just">
              <a:spcBef>
                <a:spcPts val="0"/>
              </a:spcBef>
              <a:spcAft>
                <a:spcPts val="0"/>
              </a:spcAft>
              <a:buSzPts val="1680"/>
              <a:buChar char="⦿"/>
            </a:pPr>
            <a:r>
              <a:rPr lang="en-US" sz="2400"/>
              <a:t>Such data is obtained through sample surveys. </a:t>
            </a:r>
            <a:endParaRPr/>
          </a:p>
          <a:p>
            <a:pPr indent="-292100" lvl="0" marL="292100" rtl="0" algn="just">
              <a:spcBef>
                <a:spcPts val="0"/>
              </a:spcBef>
              <a:spcAft>
                <a:spcPts val="0"/>
              </a:spcAft>
              <a:buSzPts val="1680"/>
              <a:buChar char="⦿"/>
            </a:pPr>
            <a:r>
              <a:rPr lang="en-US" sz="2400"/>
              <a:t>Sample surveys are conducted throughout the world by governmental as well as nongovernmental agencies.</a:t>
            </a:r>
            <a:endParaRPr/>
          </a:p>
          <a:p>
            <a:pPr indent="-185420" lvl="0" marL="292100" rtl="0" algn="l">
              <a:spcBef>
                <a:spcPts val="0"/>
              </a:spcBef>
              <a:spcAft>
                <a:spcPts val="0"/>
              </a:spcAft>
              <a:buSzPts val="168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Introduction to Sampling</a:t>
            </a:r>
            <a:endParaRPr/>
          </a:p>
        </p:txBody>
      </p:sp>
      <p:sp>
        <p:nvSpPr>
          <p:cNvPr id="184" name="Google Shape;184;p3"/>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For example, “National Sample Survey Organization (NSSO)” conducts surveys in India, “Statistics Canada” conducts surveys in Canada, agencies of United Nations like “World Health Organization (WHO), “Food and Agricultural Organization (FAO)” etc. conduct surveys in different countries.</a:t>
            </a:r>
            <a:endParaRPr/>
          </a:p>
          <a:p>
            <a:pPr indent="-292100" lvl="0" marL="292100" rtl="0" algn="just">
              <a:spcBef>
                <a:spcPts val="0"/>
              </a:spcBef>
              <a:spcAft>
                <a:spcPts val="0"/>
              </a:spcAft>
              <a:buSzPts val="1680"/>
              <a:buChar char="⦿"/>
            </a:pPr>
            <a:r>
              <a:rPr lang="en-US" sz="2400"/>
              <a:t>Sampling theory provides the tools and techniques for data collection, keeping in mind the objectives to be fulfilled and the nature of the population.</a:t>
            </a:r>
            <a:endParaRPr/>
          </a:p>
          <a:p>
            <a:pPr indent="-292100" lvl="0" marL="292100" rtl="0" algn="just">
              <a:spcBef>
                <a:spcPts val="0"/>
              </a:spcBef>
              <a:spcAft>
                <a:spcPts val="0"/>
              </a:spcAft>
              <a:buSzPts val="1680"/>
              <a:buChar char="⦿"/>
            </a:pPr>
            <a:r>
              <a:rPr lang="en-US" sz="2400"/>
              <a:t>There are two ways of obtaining the information</a:t>
            </a:r>
            <a:endParaRPr/>
          </a:p>
          <a:p>
            <a:pPr indent="-292100" lvl="0" marL="292100" rtl="0" algn="just">
              <a:spcBef>
                <a:spcPts val="0"/>
              </a:spcBef>
              <a:spcAft>
                <a:spcPts val="0"/>
              </a:spcAft>
              <a:buSzPts val="1680"/>
              <a:buChar char="⦿"/>
            </a:pPr>
            <a:r>
              <a:rPr lang="en-US" sz="2400"/>
              <a:t>1. Sample surveys</a:t>
            </a:r>
            <a:endParaRPr/>
          </a:p>
          <a:p>
            <a:pPr indent="-292100" lvl="0" marL="292100" rtl="0" algn="just">
              <a:spcBef>
                <a:spcPts val="0"/>
              </a:spcBef>
              <a:spcAft>
                <a:spcPts val="0"/>
              </a:spcAft>
              <a:buSzPts val="1680"/>
              <a:buChar char="⦿"/>
            </a:pPr>
            <a:r>
              <a:rPr lang="en-US" sz="2400"/>
              <a:t>2. Complete enumeration or census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Example</a:t>
            </a:r>
            <a:endParaRPr/>
          </a:p>
        </p:txBody>
      </p:sp>
      <p:sp>
        <p:nvSpPr>
          <p:cNvPr id="190" name="Google Shape;190;p4"/>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Sample surveys collect information on a fraction of the total population,</a:t>
            </a:r>
            <a:endParaRPr/>
          </a:p>
          <a:p>
            <a:pPr indent="-292100" lvl="0" marL="292100" rtl="0" algn="just">
              <a:spcBef>
                <a:spcPts val="0"/>
              </a:spcBef>
              <a:spcAft>
                <a:spcPts val="0"/>
              </a:spcAft>
              <a:buSzPts val="1680"/>
              <a:buChar char="⦿"/>
            </a:pPr>
            <a:r>
              <a:rPr lang="en-US" sz="2400"/>
              <a:t>Whereas census collects information on the whole population.</a:t>
            </a:r>
            <a:endParaRPr/>
          </a:p>
          <a:p>
            <a:pPr indent="-292100" lvl="0" marL="292100" rtl="0" algn="just">
              <a:spcBef>
                <a:spcPts val="0"/>
              </a:spcBef>
              <a:spcAft>
                <a:spcPts val="0"/>
              </a:spcAft>
              <a:buSzPts val="1680"/>
              <a:buChar char="⦿"/>
            </a:pPr>
            <a:r>
              <a:rPr lang="en-US" sz="2400"/>
              <a:t> Some surveys, e.g., economic surveys, agricultural surveys etc. are conducted regularly. </a:t>
            </a:r>
            <a:endParaRPr/>
          </a:p>
          <a:p>
            <a:pPr indent="-292100" lvl="0" marL="292100" rtl="0" algn="just">
              <a:spcBef>
                <a:spcPts val="0"/>
              </a:spcBef>
              <a:spcAft>
                <a:spcPts val="0"/>
              </a:spcAft>
              <a:buSzPts val="1680"/>
              <a:buChar char="⦿"/>
            </a:pPr>
            <a:r>
              <a:rPr lang="en-US" sz="2400"/>
              <a:t>Some surveys are need-based and are conducted when some need arises, e.g., consumer satisfaction surveys at a newly opened shopping mall to see the satisfaction level with the amenities provided in the mall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5"/>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Problem and Solution</a:t>
            </a:r>
            <a:endParaRPr/>
          </a:p>
        </p:txBody>
      </p:sp>
      <p:sp>
        <p:nvSpPr>
          <p:cNvPr id="196" name="Google Shape;196;p5"/>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l">
              <a:spcBef>
                <a:spcPts val="0"/>
              </a:spcBef>
              <a:spcAft>
                <a:spcPts val="0"/>
              </a:spcAft>
              <a:buSzPts val="1400"/>
              <a:buChar char="⦿"/>
            </a:pPr>
            <a:r>
              <a:rPr b="1" lang="en-US" sz="2000"/>
              <a:t>Problem  </a:t>
            </a:r>
            <a:r>
              <a:rPr lang="en-US" sz="2000"/>
              <a:t>The populations we wish to study are almost always so large that we are unable to gather information from every case.</a:t>
            </a:r>
            <a:endParaRPr/>
          </a:p>
          <a:p>
            <a:pPr indent="-292100" lvl="0" marL="292100" rtl="0" algn="l">
              <a:spcBef>
                <a:spcPts val="0"/>
              </a:spcBef>
              <a:spcAft>
                <a:spcPts val="0"/>
              </a:spcAft>
              <a:buSzPts val="1400"/>
              <a:buChar char="⦿"/>
            </a:pPr>
            <a:r>
              <a:rPr b="1" lang="en-US" sz="2000"/>
              <a:t>Solution</a:t>
            </a:r>
            <a:r>
              <a:rPr b="1" lang="en-US" sz="2400"/>
              <a:t> </a:t>
            </a:r>
            <a:r>
              <a:rPr lang="en-US" sz="2000"/>
              <a:t>We choose a sample – a carefully chosen subset of the population – and use information gathered from the cases in the sample to generalize to the population.</a:t>
            </a:r>
            <a:endParaRPr/>
          </a:p>
          <a:p>
            <a:pPr indent="-292100" lvl="0" marL="292100" rtl="0" algn="l">
              <a:spcBef>
                <a:spcPts val="0"/>
              </a:spcBef>
              <a:spcAft>
                <a:spcPts val="0"/>
              </a:spcAft>
              <a:buSzPts val="1400"/>
              <a:buChar char="⦿"/>
            </a:pPr>
            <a:r>
              <a:rPr lang="en-US" sz="2000"/>
              <a:t>Sample must be representative of the population representative: </a:t>
            </a:r>
            <a:endParaRPr/>
          </a:p>
          <a:p>
            <a:pPr indent="-292100" lvl="0" marL="292100" rtl="0" algn="l">
              <a:spcBef>
                <a:spcPts val="0"/>
              </a:spcBef>
              <a:spcAft>
                <a:spcPts val="0"/>
              </a:spcAft>
              <a:buSzPts val="1400"/>
              <a:buNone/>
            </a:pPr>
            <a:r>
              <a:rPr lang="en-US" sz="2000"/>
              <a:t>	The sample has the same characteristics as the population.</a:t>
            </a:r>
            <a:endParaRPr/>
          </a:p>
          <a:p>
            <a:pPr indent="-292100" lvl="0" marL="292100" rtl="0" algn="l">
              <a:spcBef>
                <a:spcPts val="0"/>
              </a:spcBef>
              <a:spcAft>
                <a:spcPts val="0"/>
              </a:spcAft>
              <a:buSzPts val="1400"/>
              <a:buChar char="⦿"/>
            </a:pPr>
            <a:r>
              <a:rPr b="1" lang="en-US" sz="2000"/>
              <a:t>Statistics </a:t>
            </a:r>
            <a:r>
              <a:rPr lang="en-US" sz="2000"/>
              <a:t>are mathematical characteristics of samples</a:t>
            </a:r>
            <a:endParaRPr/>
          </a:p>
          <a:p>
            <a:pPr indent="-292100" lvl="0" marL="292100" rtl="0" algn="l">
              <a:spcBef>
                <a:spcPts val="0"/>
              </a:spcBef>
              <a:spcAft>
                <a:spcPts val="0"/>
              </a:spcAft>
              <a:buSzPts val="1400"/>
              <a:buChar char="⦿"/>
            </a:pPr>
            <a:r>
              <a:rPr b="1" lang="en-US" sz="2000"/>
              <a:t>Parameters </a:t>
            </a:r>
            <a:r>
              <a:rPr lang="en-US" sz="2000"/>
              <a:t>are mathematical characteristics of populations</a:t>
            </a:r>
            <a:endParaRPr/>
          </a:p>
          <a:p>
            <a:pPr indent="-292100" lvl="0" marL="292100" rtl="0" algn="l">
              <a:spcBef>
                <a:spcPts val="0"/>
              </a:spcBef>
              <a:spcAft>
                <a:spcPts val="0"/>
              </a:spcAft>
              <a:buSzPts val="1400"/>
              <a:buChar char="⦿"/>
            </a:pPr>
            <a:r>
              <a:rPr lang="en-US" sz="2000"/>
              <a:t>Statistics are used to estimate parameters.</a:t>
            </a:r>
            <a:endParaRPr/>
          </a:p>
          <a:p>
            <a:pPr indent="-203200" lvl="0" marL="292100" rtl="0" algn="l">
              <a:spcBef>
                <a:spcPts val="0"/>
              </a:spcBef>
              <a:spcAft>
                <a:spcPts val="0"/>
              </a:spcAft>
              <a:buSzPts val="1400"/>
              <a:buNone/>
            </a:pPr>
            <a:r>
              <a:t/>
            </a:r>
            <a:endParaRPr sz="2000"/>
          </a:p>
        </p:txBody>
      </p:sp>
      <p:pic>
        <p:nvPicPr>
          <p:cNvPr id="197" name="Google Shape;197;p5"/>
          <p:cNvPicPr preferRelativeResize="0"/>
          <p:nvPr/>
        </p:nvPicPr>
        <p:blipFill rotWithShape="1">
          <a:blip r:embed="rId3">
            <a:alphaModFix/>
          </a:blip>
          <a:srcRect b="0" l="0" r="0" t="0"/>
          <a:stretch/>
        </p:blipFill>
        <p:spPr>
          <a:xfrm>
            <a:off x="1371600" y="5334000"/>
            <a:ext cx="5715000" cy="1066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6"/>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Why Sampling?</a:t>
            </a:r>
            <a:endParaRPr/>
          </a:p>
        </p:txBody>
      </p:sp>
      <p:sp>
        <p:nvSpPr>
          <p:cNvPr id="203" name="Google Shape;203;p6"/>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Autofit/>
          </a:bodyPr>
          <a:lstStyle/>
          <a:p>
            <a:pPr indent="-292100" lvl="0" marL="292100" rtl="0" algn="just">
              <a:spcBef>
                <a:spcPts val="0"/>
              </a:spcBef>
              <a:spcAft>
                <a:spcPts val="0"/>
              </a:spcAft>
              <a:buSzPts val="1680"/>
              <a:buChar char="⦿"/>
            </a:pPr>
            <a:r>
              <a:rPr lang="en-US" sz="2400"/>
              <a:t>Population considered for random experiment is too large and would cost too much and take too long.</a:t>
            </a:r>
            <a:endParaRPr/>
          </a:p>
          <a:p>
            <a:pPr indent="-292100" lvl="0" marL="292100" rtl="0" algn="just">
              <a:spcBef>
                <a:spcPts val="0"/>
              </a:spcBef>
              <a:spcAft>
                <a:spcPts val="0"/>
              </a:spcAft>
              <a:buSzPts val="1680"/>
              <a:buChar char="⦿"/>
            </a:pPr>
            <a:r>
              <a:rPr lang="en-US" sz="2400"/>
              <a:t>e.g., when testing light bulbs to see how long they last, you take a bulb and leave it on until it burns out. You can't test all the bulbs this way, because their whole objective is to sell the bulbs, not burn them out. </a:t>
            </a:r>
            <a:endParaRPr/>
          </a:p>
          <a:p>
            <a:pPr indent="-292100" lvl="0" marL="292100" rtl="0" algn="just">
              <a:spcBef>
                <a:spcPts val="0"/>
              </a:spcBef>
              <a:spcAft>
                <a:spcPts val="0"/>
              </a:spcAft>
              <a:buSzPts val="1680"/>
              <a:buChar char="⦿"/>
            </a:pPr>
            <a:r>
              <a:rPr lang="en-US" sz="2400"/>
              <a:t>It's not necessary to survey all cases: taking a sample yields a estimates that are accurate enough. </a:t>
            </a:r>
            <a:endParaRPr/>
          </a:p>
          <a:p>
            <a:pPr indent="-292100" lvl="0" marL="292100" rtl="0" algn="just">
              <a:spcBef>
                <a:spcPts val="0"/>
              </a:spcBef>
              <a:spcAft>
                <a:spcPts val="0"/>
              </a:spcAft>
              <a:buSzPts val="1680"/>
              <a:buChar char="⦿"/>
            </a:pPr>
            <a:r>
              <a:rPr lang="en-US" sz="2400"/>
              <a:t>But sampling may introduce some error. </a:t>
            </a:r>
            <a:endParaRPr/>
          </a:p>
          <a:p>
            <a:pPr indent="-292100" lvl="0" marL="292100" rtl="0" algn="just">
              <a:spcBef>
                <a:spcPts val="0"/>
              </a:spcBef>
              <a:spcAft>
                <a:spcPts val="0"/>
              </a:spcAft>
              <a:buSzPts val="1680"/>
              <a:buChar char="⦿"/>
            </a:pPr>
            <a:r>
              <a:rPr lang="en-US" sz="2400"/>
              <a:t>You didn't interview everybody, so certain opinions or combinations of opinions won't be represented in your data. When the population is very diverse, your sample can't include all the possible combinations of attributes that are found in the population.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Terminology</a:t>
            </a:r>
            <a:endParaRPr/>
          </a:p>
        </p:txBody>
      </p:sp>
      <p:sp>
        <p:nvSpPr>
          <p:cNvPr id="209" name="Google Shape;209;p7"/>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Autofit/>
          </a:bodyPr>
          <a:lstStyle/>
          <a:p>
            <a:pPr indent="-292100" lvl="0" marL="292100" rtl="0" algn="just">
              <a:spcBef>
                <a:spcPts val="0"/>
              </a:spcBef>
              <a:spcAft>
                <a:spcPts val="0"/>
              </a:spcAft>
              <a:buSzPts val="1680"/>
              <a:buChar char="⦿"/>
            </a:pPr>
            <a:r>
              <a:rPr b="1" i="1" lang="en-US" sz="2400">
                <a:solidFill>
                  <a:srgbClr val="1F0A0A"/>
                </a:solidFill>
              </a:rPr>
              <a:t>Population</a:t>
            </a:r>
            <a:r>
              <a:rPr b="1" i="1" lang="en-US" sz="2400"/>
              <a:t>:</a:t>
            </a:r>
            <a:r>
              <a:rPr i="1" lang="en-US" sz="2400"/>
              <a:t>  </a:t>
            </a:r>
            <a:r>
              <a:rPr b="1" lang="en-US" sz="2400"/>
              <a:t>A population is the collection of all items of interest to our study</a:t>
            </a:r>
            <a:endParaRPr/>
          </a:p>
          <a:p>
            <a:pPr indent="-292100" lvl="0" marL="292100" rtl="0" algn="just">
              <a:spcBef>
                <a:spcPts val="0"/>
              </a:spcBef>
              <a:spcAft>
                <a:spcPts val="0"/>
              </a:spcAft>
              <a:buSzPts val="1680"/>
              <a:buChar char="⦿"/>
            </a:pPr>
            <a:r>
              <a:rPr lang="en-US" sz="2400"/>
              <a:t> Collection of all the sampling units in a given region at a particular point of time or a particular period.</a:t>
            </a:r>
            <a:endParaRPr/>
          </a:p>
          <a:p>
            <a:pPr indent="-292100" lvl="0" marL="292100" rtl="0" algn="just">
              <a:spcBef>
                <a:spcPts val="0"/>
              </a:spcBef>
              <a:spcAft>
                <a:spcPts val="0"/>
              </a:spcAft>
              <a:buSzPts val="1680"/>
              <a:buChar char="⦿"/>
            </a:pPr>
            <a:r>
              <a:rPr lang="en-US" sz="2400"/>
              <a:t>For example, if you want to report 'what students think about online education', then the population is all Students. </a:t>
            </a:r>
            <a:endParaRPr/>
          </a:p>
          <a:p>
            <a:pPr indent="-292100" lvl="0" marL="292100" rtl="0" algn="just">
              <a:spcBef>
                <a:spcPts val="0"/>
              </a:spcBef>
              <a:spcAft>
                <a:spcPts val="0"/>
              </a:spcAft>
              <a:buSzPts val="1680"/>
              <a:buChar char="⦿"/>
            </a:pPr>
            <a:r>
              <a:rPr lang="en-US" sz="2400"/>
              <a:t>If the production of wheat in a district is to be studied, then all the fields cultivating wheat in that district will constitute the population. </a:t>
            </a:r>
            <a:endParaRPr/>
          </a:p>
          <a:p>
            <a:pPr indent="-292100" lvl="0" marL="292100" rtl="0" algn="just">
              <a:spcBef>
                <a:spcPts val="0"/>
              </a:spcBef>
              <a:spcAft>
                <a:spcPts val="0"/>
              </a:spcAft>
              <a:buSzPts val="1680"/>
              <a:buChar char="⦿"/>
            </a:pPr>
            <a:r>
              <a:rPr lang="en-US" sz="2400"/>
              <a:t>The total number of sampling units in the population is the population size, generally denoted by </a:t>
            </a:r>
            <a:r>
              <a:rPr i="1" lang="en-US" sz="2400"/>
              <a:t>N. </a:t>
            </a:r>
            <a:endParaRPr/>
          </a:p>
          <a:p>
            <a:pPr indent="-292100" lvl="0" marL="292100" rtl="0" algn="just">
              <a:spcBef>
                <a:spcPts val="0"/>
              </a:spcBef>
              <a:spcAft>
                <a:spcPts val="0"/>
              </a:spcAft>
              <a:buSzPts val="1680"/>
              <a:buChar char="⦿"/>
            </a:pPr>
            <a:r>
              <a:rPr i="1" lang="en-US" sz="2400"/>
              <a:t>The population size can be finite </a:t>
            </a:r>
            <a:r>
              <a:rPr lang="en-US" sz="2400"/>
              <a:t>or infinite (</a:t>
            </a:r>
            <a:r>
              <a:rPr i="1" lang="en-US" sz="2400"/>
              <a:t>N is large).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Terminology</a:t>
            </a:r>
            <a:endParaRPr/>
          </a:p>
        </p:txBody>
      </p:sp>
      <p:sp>
        <p:nvSpPr>
          <p:cNvPr id="215" name="Google Shape;215;p8"/>
          <p:cNvSpPr txBox="1"/>
          <p:nvPr>
            <p:ph idx="1" type="body"/>
          </p:nvPr>
        </p:nvSpPr>
        <p:spPr>
          <a:xfrm>
            <a:off x="457200" y="1646236"/>
            <a:ext cx="8229600" cy="4906963"/>
          </a:xfrm>
          <a:prstGeom prst="rect">
            <a:avLst/>
          </a:prstGeom>
          <a:noFill/>
          <a:ln>
            <a:noFill/>
          </a:ln>
        </p:spPr>
        <p:txBody>
          <a:bodyPr anchorCtr="0" anchor="t" bIns="45700" lIns="91425" spcFirstLastPara="1" rIns="91425" wrap="square" tIns="45700">
            <a:normAutofit fontScale="77500" lnSpcReduction="20000"/>
          </a:bodyPr>
          <a:lstStyle/>
          <a:p>
            <a:pPr indent="-292100" lvl="0" marL="292100" rtl="0" algn="just">
              <a:spcBef>
                <a:spcPts val="0"/>
              </a:spcBef>
              <a:spcAft>
                <a:spcPts val="0"/>
              </a:spcAft>
              <a:buSzPct val="70000"/>
              <a:buChar char="⦿"/>
            </a:pPr>
            <a:r>
              <a:rPr b="1" i="1" lang="en-US" sz="3000">
                <a:solidFill>
                  <a:srgbClr val="1F0A0A"/>
                </a:solidFill>
              </a:rPr>
              <a:t>Sample</a:t>
            </a:r>
            <a:r>
              <a:rPr b="1" i="1" lang="en-US" sz="3000"/>
              <a:t>:</a:t>
            </a:r>
            <a:r>
              <a:rPr lang="en-US" sz="3000"/>
              <a:t> some elements are selected from a population.</a:t>
            </a:r>
            <a:endParaRPr/>
          </a:p>
          <a:p>
            <a:pPr indent="-292100" lvl="0" marL="292100" rtl="0" algn="just">
              <a:spcBef>
                <a:spcPts val="0"/>
              </a:spcBef>
              <a:spcAft>
                <a:spcPts val="0"/>
              </a:spcAft>
              <a:buSzPct val="70000"/>
              <a:buChar char="⦿"/>
            </a:pPr>
            <a:r>
              <a:rPr lang="en-US" sz="3000"/>
              <a:t>A sample should have the same characteristics as the population it is representing.</a:t>
            </a:r>
            <a:endParaRPr/>
          </a:p>
          <a:p>
            <a:pPr indent="-292100" lvl="0" marL="292100" rtl="0" algn="just">
              <a:spcBef>
                <a:spcPts val="0"/>
              </a:spcBef>
              <a:spcAft>
                <a:spcPts val="0"/>
              </a:spcAft>
              <a:buSzPct val="70000"/>
              <a:buChar char="⦿"/>
            </a:pPr>
            <a:r>
              <a:rPr lang="en-US" sz="3000"/>
              <a:t>Gathering information about an entire population often costs too much or is virtually impossible. Instead, we use a sample of the population. </a:t>
            </a:r>
            <a:endParaRPr/>
          </a:p>
          <a:p>
            <a:pPr indent="-292100" lvl="0" marL="292100" rtl="0" algn="l">
              <a:spcBef>
                <a:spcPts val="0"/>
              </a:spcBef>
              <a:spcAft>
                <a:spcPts val="0"/>
              </a:spcAft>
              <a:buSzPct val="70000"/>
              <a:buChar char="⦿"/>
            </a:pPr>
            <a:r>
              <a:rPr lang="en-US" sz="3000"/>
              <a:t>In the context of sample surveys, a collection of units like households, people, cities, countries etc. is called a finite population.</a:t>
            </a:r>
            <a:endParaRPr/>
          </a:p>
          <a:p>
            <a:pPr indent="-292100" lvl="0" marL="292100" rtl="0" algn="just">
              <a:spcBef>
                <a:spcPts val="0"/>
              </a:spcBef>
              <a:spcAft>
                <a:spcPts val="0"/>
              </a:spcAft>
              <a:buSzPct val="70000"/>
              <a:buChar char="⦿"/>
            </a:pPr>
            <a:r>
              <a:rPr b="1" i="1" lang="en-US" sz="3000">
                <a:solidFill>
                  <a:srgbClr val="1F0A0A"/>
                </a:solidFill>
              </a:rPr>
              <a:t>Census</a:t>
            </a:r>
            <a:r>
              <a:rPr b="1" i="1" lang="en-US" sz="3000"/>
              <a:t>:</a:t>
            </a:r>
            <a:r>
              <a:rPr lang="en-US" sz="3000"/>
              <a:t> when all elements are included, or complete count of population  we call it a census. A census is a 100% sample, and it is a complete count of the population.</a:t>
            </a:r>
            <a:endParaRPr/>
          </a:p>
          <a:p>
            <a:pPr indent="-292100" lvl="0" marL="292100" rtl="0" algn="l">
              <a:spcBef>
                <a:spcPts val="0"/>
              </a:spcBef>
              <a:spcAft>
                <a:spcPts val="0"/>
              </a:spcAft>
              <a:buSzPct val="70000"/>
              <a:buChar char="⦿"/>
            </a:pPr>
            <a:r>
              <a:rPr lang="en-US" sz="3000"/>
              <a:t>For example, in India, the census is conducted at every tenth year in which observations on all the persons staying in India is collected.</a:t>
            </a:r>
            <a:endParaRPr sz="2600"/>
          </a:p>
          <a:p>
            <a:pPr indent="-181864" lvl="0" marL="292100" rtl="0" algn="l">
              <a:spcBef>
                <a:spcPts val="0"/>
              </a:spcBef>
              <a:spcAft>
                <a:spcPts val="0"/>
              </a:spcAft>
              <a:buSzPct val="7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9"/>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Terminology</a:t>
            </a:r>
            <a:endParaRPr/>
          </a:p>
        </p:txBody>
      </p:sp>
      <p:sp>
        <p:nvSpPr>
          <p:cNvPr id="221" name="Google Shape;221;p9"/>
          <p:cNvSpPr txBox="1"/>
          <p:nvPr>
            <p:ph idx="1" type="body"/>
          </p:nvPr>
        </p:nvSpPr>
        <p:spPr>
          <a:xfrm>
            <a:off x="457200" y="1646236"/>
            <a:ext cx="8229600" cy="4906963"/>
          </a:xfrm>
          <a:prstGeom prst="rect">
            <a:avLst/>
          </a:prstGeom>
          <a:noFill/>
          <a:ln>
            <a:noFill/>
          </a:ln>
        </p:spPr>
        <p:txBody>
          <a:bodyPr anchorCtr="0" anchor="t" bIns="45700" lIns="91425" spcFirstLastPara="1" rIns="91425" wrap="square" tIns="45700">
            <a:normAutofit lnSpcReduction="10000"/>
          </a:bodyPr>
          <a:lstStyle/>
          <a:p>
            <a:pPr indent="-292100" lvl="0" marL="292100" rtl="0" algn="just">
              <a:spcBef>
                <a:spcPts val="0"/>
              </a:spcBef>
              <a:spcAft>
                <a:spcPts val="0"/>
              </a:spcAft>
              <a:buSzPts val="1680"/>
              <a:buChar char="⦿"/>
            </a:pPr>
            <a:r>
              <a:rPr b="1" lang="en-US" sz="2400">
                <a:solidFill>
                  <a:srgbClr val="1F0A0A"/>
                </a:solidFill>
              </a:rPr>
              <a:t>Sampling unit</a:t>
            </a:r>
            <a:r>
              <a:rPr b="1" lang="en-US" sz="2400"/>
              <a:t>: </a:t>
            </a:r>
            <a:r>
              <a:rPr lang="en-US" sz="2400"/>
              <a:t>An element or a group of elements on which the observations can be taken is called a sampling unit. The objective of the survey helps in determining the definition of the sampling unit.</a:t>
            </a:r>
            <a:endParaRPr/>
          </a:p>
          <a:p>
            <a:pPr indent="-292100" lvl="0" marL="292100" rtl="0" algn="just">
              <a:spcBef>
                <a:spcPts val="0"/>
              </a:spcBef>
              <a:spcAft>
                <a:spcPts val="0"/>
              </a:spcAft>
              <a:buSzPts val="1680"/>
              <a:buChar char="⦿"/>
            </a:pPr>
            <a:r>
              <a:rPr lang="en-US" sz="2400"/>
              <a:t>For example, if the objective is to determine the total income of all the persons in the household, then the sampling unit is a household. If the objective is to determine the income of any particular person in the household, then the sampling unit is the income of the particular person in the household. So the definition of sampling unit depends and varies as per the objective of the survey.</a:t>
            </a:r>
            <a:endParaRPr b="1" i="1" sz="2400"/>
          </a:p>
          <a:p>
            <a:pPr indent="-292100" lvl="0" marL="292100" rtl="0" algn="just">
              <a:spcBef>
                <a:spcPts val="0"/>
              </a:spcBef>
              <a:spcAft>
                <a:spcPts val="0"/>
              </a:spcAft>
              <a:buSzPts val="1680"/>
              <a:buChar char="⦿"/>
            </a:pPr>
            <a:r>
              <a:rPr b="1" i="1" lang="en-US" sz="2400">
                <a:solidFill>
                  <a:srgbClr val="1F0A0A"/>
                </a:solidFill>
              </a:rPr>
              <a:t>Elements</a:t>
            </a:r>
            <a:r>
              <a:rPr b="1" lang="en-US" sz="2400"/>
              <a:t>:</a:t>
            </a:r>
            <a:r>
              <a:rPr lang="en-US" sz="2400"/>
              <a:t> Individual cases or a single member of any given population.(usually, persons. Here each student)</a:t>
            </a:r>
            <a:endParaRPr/>
          </a:p>
          <a:p>
            <a:pPr indent="-149860" lvl="0" marL="292100" rtl="0" algn="l">
              <a:spcBef>
                <a:spcPts val="0"/>
              </a:spcBef>
              <a:spcAft>
                <a:spcPts val="0"/>
              </a:spcAft>
              <a:buSzPts val="22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0"/>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Terminology</a:t>
            </a:r>
            <a:endParaRPr/>
          </a:p>
        </p:txBody>
      </p:sp>
      <p:sp>
        <p:nvSpPr>
          <p:cNvPr id="227" name="Google Shape;227;p10"/>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Autofit/>
          </a:bodyPr>
          <a:lstStyle/>
          <a:p>
            <a:pPr indent="-292100" lvl="0" marL="292100" rtl="0" algn="l">
              <a:spcBef>
                <a:spcPts val="0"/>
              </a:spcBef>
              <a:spcAft>
                <a:spcPts val="0"/>
              </a:spcAft>
              <a:buSzPts val="1400"/>
              <a:buChar char="⦿"/>
            </a:pPr>
            <a:r>
              <a:rPr b="1" lang="en-US" sz="2000">
                <a:solidFill>
                  <a:srgbClr val="1F0A0A"/>
                </a:solidFill>
              </a:rPr>
              <a:t>Representative sample</a:t>
            </a:r>
            <a:r>
              <a:rPr b="1" lang="en-US" sz="2000"/>
              <a:t>: </a:t>
            </a:r>
            <a:r>
              <a:rPr lang="en-US" sz="2000"/>
              <a:t>When all salient features of the population are present in the sample, then it is called a representative sample.</a:t>
            </a:r>
            <a:endParaRPr/>
          </a:p>
          <a:p>
            <a:pPr indent="-292100" lvl="0" marL="292100" rtl="0" algn="l">
              <a:spcBef>
                <a:spcPts val="0"/>
              </a:spcBef>
              <a:spcAft>
                <a:spcPts val="0"/>
              </a:spcAft>
              <a:buSzPts val="1400"/>
              <a:buChar char="⦿"/>
            </a:pPr>
            <a:r>
              <a:rPr lang="en-US" sz="2000"/>
              <a:t>Every sample is considered as a representative sample.</a:t>
            </a:r>
            <a:endParaRPr/>
          </a:p>
          <a:p>
            <a:pPr indent="-292100" lvl="0" marL="292100" rtl="0" algn="l">
              <a:spcBef>
                <a:spcPts val="0"/>
              </a:spcBef>
              <a:spcAft>
                <a:spcPts val="0"/>
              </a:spcAft>
              <a:buSzPts val="1400"/>
              <a:buChar char="⦿"/>
            </a:pPr>
            <a:r>
              <a:rPr lang="en-US" sz="2000"/>
              <a:t>For example, if a population has 30% males and 70% females, then we expect the sample to have nearly 30% males and 70% females.</a:t>
            </a:r>
            <a:endParaRPr/>
          </a:p>
          <a:p>
            <a:pPr indent="-292100" lvl="0" marL="292100" rtl="0" algn="l">
              <a:spcBef>
                <a:spcPts val="0"/>
              </a:spcBef>
              <a:spcAft>
                <a:spcPts val="0"/>
              </a:spcAft>
              <a:buSzPts val="1400"/>
              <a:buChar char="⦿"/>
            </a:pPr>
            <a:r>
              <a:rPr lang="en-US" sz="2000"/>
              <a:t>Similarly, it is expected that a drop of blood will give the same information as all the blood in the body.</a:t>
            </a:r>
            <a:endParaRPr b="1" i="1" sz="2000"/>
          </a:p>
          <a:p>
            <a:pPr indent="-292100" lvl="0" marL="292100" rtl="0" algn="just">
              <a:spcBef>
                <a:spcPts val="0"/>
              </a:spcBef>
              <a:spcAft>
                <a:spcPts val="0"/>
              </a:spcAft>
              <a:buSzPts val="1400"/>
              <a:buChar char="⦿"/>
            </a:pPr>
            <a:r>
              <a:rPr b="1" i="1" lang="en-US" sz="2000">
                <a:solidFill>
                  <a:srgbClr val="1F0A0A"/>
                </a:solidFill>
              </a:rPr>
              <a:t>Sampling ratio</a:t>
            </a:r>
            <a:r>
              <a:rPr b="1" i="1" lang="en-US" sz="2000"/>
              <a:t>:</a:t>
            </a:r>
            <a:r>
              <a:rPr i="1" lang="en-US" sz="2000"/>
              <a:t> S</a:t>
            </a:r>
            <a:r>
              <a:rPr lang="en-US" sz="2000"/>
              <a:t>ize of sample divided by size of population. </a:t>
            </a:r>
            <a:endParaRPr/>
          </a:p>
          <a:p>
            <a:pPr indent="-292100" lvl="0" marL="292100" rtl="0" algn="just">
              <a:spcBef>
                <a:spcPts val="0"/>
              </a:spcBef>
              <a:spcAft>
                <a:spcPts val="0"/>
              </a:spcAft>
              <a:buSzPts val="1400"/>
              <a:buChar char="⦿"/>
            </a:pPr>
            <a:r>
              <a:rPr b="1" i="1" lang="en-US" sz="2000">
                <a:solidFill>
                  <a:srgbClr val="1F0A0A"/>
                </a:solidFill>
              </a:rPr>
              <a:t>Sampling frame</a:t>
            </a:r>
            <a:r>
              <a:rPr b="1" i="1" lang="en-US" sz="2000"/>
              <a:t>: </a:t>
            </a:r>
            <a:r>
              <a:rPr i="1" lang="en-US" sz="2000"/>
              <a:t>S</a:t>
            </a:r>
            <a:r>
              <a:rPr lang="en-US" sz="2000"/>
              <a:t>pecific list of items from which sample elements will be chosen. </a:t>
            </a:r>
            <a:endParaRPr/>
          </a:p>
          <a:p>
            <a:pPr indent="-292100" lvl="0" marL="292100" rtl="0" algn="l">
              <a:spcBef>
                <a:spcPts val="0"/>
              </a:spcBef>
              <a:spcAft>
                <a:spcPts val="0"/>
              </a:spcAft>
              <a:buSzPts val="1400"/>
              <a:buChar char="⦿"/>
            </a:pPr>
            <a:r>
              <a:rPr lang="en-US" sz="2000"/>
              <a:t>Example, residents of a city  may be listed in more than one frame - as per automobile registration as well as the listing in the telephone directory.</a:t>
            </a:r>
            <a:endParaRPr/>
          </a:p>
          <a:p>
            <a:pPr indent="-292100" lvl="0" marL="292100" rtl="0" algn="l">
              <a:spcBef>
                <a:spcPts val="0"/>
              </a:spcBef>
              <a:spcAft>
                <a:spcPts val="0"/>
              </a:spcAft>
              <a:buSzPts val="1400"/>
              <a:buChar char="⦿"/>
            </a:pPr>
            <a:r>
              <a:rPr lang="en-US" sz="2000"/>
              <a:t>Online poll was done for favorite new paper. But actual result was different as Only city people owned mobiles and they were the ones who favored the result.</a:t>
            </a:r>
            <a:endParaRPr b="1" i="1"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1"/>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Terminology</a:t>
            </a:r>
            <a:endParaRPr/>
          </a:p>
        </p:txBody>
      </p:sp>
      <p:sp>
        <p:nvSpPr>
          <p:cNvPr id="233" name="Google Shape;233;p11"/>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b="1" i="1" lang="en-US" sz="2400">
                <a:solidFill>
                  <a:srgbClr val="1F0A0A"/>
                </a:solidFill>
              </a:rPr>
              <a:t>Replacement</a:t>
            </a:r>
            <a:r>
              <a:rPr b="1" i="1" lang="en-US" sz="2400"/>
              <a:t>:</a:t>
            </a:r>
            <a:r>
              <a:rPr i="1" lang="en-US" sz="2400"/>
              <a:t> </a:t>
            </a:r>
            <a:r>
              <a:rPr lang="en-US" sz="2400"/>
              <a:t>Sampling with replacement means that after you draw a item out of the sample space, you put it back and it can be chosen again. Sampling without replacement means that once you draw the name out, it is not available to be chosen again.</a:t>
            </a:r>
            <a:endParaRPr/>
          </a:p>
          <a:p>
            <a:pPr indent="-292100" lvl="0" marL="292100" rtl="0" algn="just">
              <a:spcBef>
                <a:spcPts val="0"/>
              </a:spcBef>
              <a:spcAft>
                <a:spcPts val="0"/>
              </a:spcAft>
              <a:buSzPts val="1680"/>
              <a:buChar char="⦿"/>
            </a:pPr>
            <a:r>
              <a:rPr b="1" i="1" lang="en-US" sz="2400">
                <a:solidFill>
                  <a:srgbClr val="1F0A0A"/>
                </a:solidFill>
              </a:rPr>
              <a:t>Bias</a:t>
            </a:r>
            <a:r>
              <a:rPr b="1" i="1" lang="en-US" sz="2400"/>
              <a:t>:</a:t>
            </a:r>
            <a:r>
              <a:rPr lang="en-US" sz="2400"/>
              <a:t> Systematic errors produced by your sampling procedure. For example, if you ask sample people whether they watch web series ? The percentage comes high (maybe because you ask your friends who really likes web series)</a:t>
            </a:r>
            <a:endParaRPr/>
          </a:p>
          <a:p>
            <a:pPr indent="-149860" lvl="0" marL="292100" rtl="0" algn="l">
              <a:spcBef>
                <a:spcPts val="0"/>
              </a:spcBef>
              <a:spcAft>
                <a:spcPts val="0"/>
              </a:spcAft>
              <a:buSzPts val="224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Terminology</a:t>
            </a:r>
            <a:endParaRPr/>
          </a:p>
        </p:txBody>
      </p:sp>
      <p:pic>
        <p:nvPicPr>
          <p:cNvPr id="239" name="Google Shape;239;p12"/>
          <p:cNvPicPr preferRelativeResize="0"/>
          <p:nvPr>
            <p:ph idx="1" type="body"/>
          </p:nvPr>
        </p:nvPicPr>
        <p:blipFill rotWithShape="1">
          <a:blip r:embed="rId3">
            <a:alphaModFix/>
          </a:blip>
          <a:srcRect b="0" l="0" r="0" t="0"/>
          <a:stretch/>
        </p:blipFill>
        <p:spPr>
          <a:xfrm>
            <a:off x="457200" y="1763944"/>
            <a:ext cx="7467600" cy="4198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Steps of sampling process</a:t>
            </a:r>
            <a:endParaRPr/>
          </a:p>
        </p:txBody>
      </p:sp>
      <p:sp>
        <p:nvSpPr>
          <p:cNvPr id="245" name="Google Shape;245;p13"/>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1960"/>
              <a:buAutoNum type="arabicPeriod"/>
            </a:pPr>
            <a:r>
              <a:rPr lang="en-US" sz="2800"/>
              <a:t>Identification of target population that is important for a given problem under study.</a:t>
            </a:r>
            <a:endParaRPr/>
          </a:p>
          <a:p>
            <a:pPr indent="-514350" lvl="0" marL="514350" rtl="0" algn="l">
              <a:spcBef>
                <a:spcPts val="0"/>
              </a:spcBef>
              <a:spcAft>
                <a:spcPts val="0"/>
              </a:spcAft>
              <a:buSzPts val="1960"/>
              <a:buAutoNum type="arabicPeriod"/>
            </a:pPr>
            <a:r>
              <a:rPr lang="en-US" sz="2800"/>
              <a:t>Decide the sampling frame.</a:t>
            </a:r>
            <a:endParaRPr/>
          </a:p>
          <a:p>
            <a:pPr indent="-514350" lvl="0" marL="514350" rtl="0" algn="l">
              <a:spcBef>
                <a:spcPts val="0"/>
              </a:spcBef>
              <a:spcAft>
                <a:spcPts val="0"/>
              </a:spcAft>
              <a:buSzPts val="1960"/>
              <a:buAutoNum type="arabicPeriod"/>
            </a:pPr>
            <a:r>
              <a:rPr lang="en-US" sz="2800"/>
              <a:t>Determine the sample size.</a:t>
            </a:r>
            <a:endParaRPr/>
          </a:p>
          <a:p>
            <a:pPr indent="-514350" lvl="0" marL="514350" rtl="0" algn="l">
              <a:spcBef>
                <a:spcPts val="0"/>
              </a:spcBef>
              <a:spcAft>
                <a:spcPts val="0"/>
              </a:spcAft>
              <a:buSzPts val="1960"/>
              <a:buAutoNum type="arabicPeriod"/>
            </a:pPr>
            <a:r>
              <a:rPr lang="en-US" sz="2800"/>
              <a:t>Sampling method.</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4"/>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 Techniques</a:t>
            </a:r>
            <a:endParaRPr/>
          </a:p>
        </p:txBody>
      </p:sp>
      <p:sp>
        <p:nvSpPr>
          <p:cNvPr id="251" name="Google Shape;251;p14"/>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l">
              <a:spcBef>
                <a:spcPts val="0"/>
              </a:spcBef>
              <a:spcAft>
                <a:spcPts val="0"/>
              </a:spcAft>
              <a:buSzPts val="2520"/>
              <a:buChar char="⦿"/>
            </a:pPr>
            <a:r>
              <a:rPr lang="en-US" sz="3600"/>
              <a:t>Probability sampling</a:t>
            </a:r>
            <a:endParaRPr/>
          </a:p>
          <a:p>
            <a:pPr indent="-292100" lvl="0" marL="292100" rtl="0" algn="l">
              <a:spcBef>
                <a:spcPts val="0"/>
              </a:spcBef>
              <a:spcAft>
                <a:spcPts val="0"/>
              </a:spcAft>
              <a:buSzPts val="2520"/>
              <a:buChar char="⦿"/>
            </a:pPr>
            <a:r>
              <a:rPr lang="en-US" sz="3600"/>
              <a:t>Non probability sampling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Sampling</a:t>
            </a:r>
            <a:endParaRPr/>
          </a:p>
        </p:txBody>
      </p:sp>
      <p:pic>
        <p:nvPicPr>
          <p:cNvPr id="257" name="Google Shape;257;p15"/>
          <p:cNvPicPr preferRelativeResize="0"/>
          <p:nvPr>
            <p:ph idx="1" type="body"/>
          </p:nvPr>
        </p:nvPicPr>
        <p:blipFill rotWithShape="1">
          <a:blip r:embed="rId3">
            <a:alphaModFix/>
          </a:blip>
          <a:srcRect b="0" l="0" r="0" t="0"/>
          <a:stretch/>
        </p:blipFill>
        <p:spPr>
          <a:xfrm>
            <a:off x="457200" y="1763944"/>
            <a:ext cx="7467600" cy="4198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txBox="1"/>
          <p:nvPr>
            <p:ph type="title"/>
          </p:nvPr>
        </p:nvSpPr>
        <p:spPr>
          <a:xfrm>
            <a:off x="457200" y="274638"/>
            <a:ext cx="8686800" cy="1143000"/>
          </a:xfrm>
          <a:prstGeom prst="rect">
            <a:avLst/>
          </a:prstGeom>
          <a:noFill/>
          <a:ln>
            <a:noFill/>
          </a:ln>
        </p:spPr>
        <p:txBody>
          <a:bodyPr anchorCtr="0" anchor="b" bIns="45700" lIns="91425" spcFirstLastPara="1" rIns="91425" wrap="square" tIns="45700">
            <a:noAutofit/>
          </a:bodyPr>
          <a:lstStyle/>
          <a:p>
            <a:pPr indent="0" lvl="0" marL="54864" rtl="0" algn="r">
              <a:spcBef>
                <a:spcPts val="0"/>
              </a:spcBef>
              <a:spcAft>
                <a:spcPts val="0"/>
              </a:spcAft>
              <a:buClr>
                <a:srgbClr val="E7E9C9"/>
              </a:buClr>
              <a:buSzPts val="3200"/>
              <a:buFont typeface="Rockwell"/>
              <a:buNone/>
            </a:pPr>
            <a:r>
              <a:rPr lang="en-US" sz="3200"/>
              <a:t>Sampling Techniques : Probability sampling</a:t>
            </a:r>
            <a:endParaRPr/>
          </a:p>
        </p:txBody>
      </p:sp>
      <p:sp>
        <p:nvSpPr>
          <p:cNvPr id="263" name="Google Shape;263;p16"/>
          <p:cNvSpPr txBox="1"/>
          <p:nvPr>
            <p:ph idx="1" type="body"/>
          </p:nvPr>
        </p:nvSpPr>
        <p:spPr>
          <a:xfrm>
            <a:off x="89375" y="1417650"/>
            <a:ext cx="8826000" cy="51357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960"/>
              <a:buChar char="⦿"/>
            </a:pPr>
            <a:r>
              <a:rPr lang="en-US" sz="2800"/>
              <a:t>The probability of an element’s (participant’s) being included in the sample can be specified. </a:t>
            </a:r>
            <a:endParaRPr/>
          </a:p>
          <a:p>
            <a:pPr indent="-292100" lvl="0" marL="292100" rtl="0" algn="just">
              <a:spcBef>
                <a:spcPts val="0"/>
              </a:spcBef>
              <a:spcAft>
                <a:spcPts val="0"/>
              </a:spcAft>
              <a:buSzPts val="1960"/>
              <a:buChar char="⦿"/>
            </a:pPr>
            <a:r>
              <a:rPr lang="en-US" sz="2800"/>
              <a:t>Individual observations in the sample are selected according to probability distribution.</a:t>
            </a:r>
            <a:endParaRPr/>
          </a:p>
          <a:p>
            <a:pPr indent="-292100" lvl="0" marL="292100" rtl="0" algn="l">
              <a:spcBef>
                <a:spcPts val="0"/>
              </a:spcBef>
              <a:spcAft>
                <a:spcPts val="0"/>
              </a:spcAft>
              <a:buSzPts val="1960"/>
              <a:buChar char="⦿"/>
            </a:pPr>
            <a:r>
              <a:rPr lang="en-US" sz="2800"/>
              <a:t>Assume that population has total of N cases, and we are interested in creating a sample of size n. </a:t>
            </a:r>
            <a:endParaRPr/>
          </a:p>
          <a:p>
            <a:pPr indent="-292100" lvl="0" marL="292100" rtl="0" algn="l">
              <a:spcBef>
                <a:spcPts val="0"/>
              </a:spcBef>
              <a:spcAft>
                <a:spcPts val="0"/>
              </a:spcAft>
              <a:buSzPts val="1960"/>
              <a:buChar char="⦿"/>
            </a:pPr>
            <a:r>
              <a:rPr lang="en-US" sz="2800"/>
              <a:t>There are NCn [= N!/ {n! ×(N −n)!}] different ways for creating such a sample.</a:t>
            </a:r>
            <a:endParaRPr/>
          </a:p>
          <a:p>
            <a:pPr indent="-149860" lvl="0" marL="292100" rtl="0" algn="l">
              <a:spcBef>
                <a:spcPts val="0"/>
              </a:spcBef>
              <a:spcAft>
                <a:spcPts val="0"/>
              </a:spcAft>
              <a:buSzPts val="224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7"/>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Autofit/>
          </a:bodyPr>
          <a:lstStyle/>
          <a:p>
            <a:pPr indent="0" lvl="0" marL="54864" rtl="0" algn="l">
              <a:spcBef>
                <a:spcPts val="0"/>
              </a:spcBef>
              <a:spcAft>
                <a:spcPts val="0"/>
              </a:spcAft>
              <a:buClr>
                <a:srgbClr val="E7E9C9"/>
              </a:buClr>
              <a:buSzPts val="3200"/>
              <a:buFont typeface="Rockwell"/>
              <a:buNone/>
            </a:pPr>
            <a:r>
              <a:rPr lang="en-US" sz="3200"/>
              <a:t>Sampling Techniques : Probability sampling</a:t>
            </a:r>
            <a:endParaRPr/>
          </a:p>
        </p:txBody>
      </p:sp>
      <p:sp>
        <p:nvSpPr>
          <p:cNvPr id="269" name="Google Shape;269;p17"/>
          <p:cNvSpPr txBox="1"/>
          <p:nvPr>
            <p:ph idx="1" type="body"/>
          </p:nvPr>
        </p:nvSpPr>
        <p:spPr>
          <a:xfrm>
            <a:off x="457200" y="1600200"/>
            <a:ext cx="8305800" cy="50292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It is more difficult and expensive.</a:t>
            </a:r>
            <a:endParaRPr/>
          </a:p>
          <a:p>
            <a:pPr indent="-292100" lvl="0" marL="292100" rtl="0" algn="just">
              <a:spcBef>
                <a:spcPts val="0"/>
              </a:spcBef>
              <a:spcAft>
                <a:spcPts val="0"/>
              </a:spcAft>
              <a:buSzPts val="1680"/>
              <a:buChar char="⦿"/>
            </a:pPr>
            <a:r>
              <a:rPr lang="en-US" sz="2400"/>
              <a:t>Useful  when findings derived from the sample is to be generalized to the general population.</a:t>
            </a:r>
            <a:endParaRPr/>
          </a:p>
          <a:p>
            <a:pPr indent="-292100" lvl="0" marL="292100" rtl="0" algn="just">
              <a:spcBef>
                <a:spcPts val="0"/>
              </a:spcBef>
              <a:spcAft>
                <a:spcPts val="0"/>
              </a:spcAft>
              <a:buSzPts val="1680"/>
              <a:buChar char="⦿"/>
            </a:pPr>
            <a:r>
              <a:rPr lang="en-US" sz="2400"/>
              <a:t>It is also known as random sampling or representative sampling.</a:t>
            </a:r>
            <a:endParaRPr/>
          </a:p>
          <a:p>
            <a:pPr indent="-292100" lvl="0" marL="292100" rtl="0" algn="just">
              <a:spcBef>
                <a:spcPts val="0"/>
              </a:spcBef>
              <a:spcAft>
                <a:spcPts val="0"/>
              </a:spcAft>
              <a:buSzPts val="1680"/>
              <a:buChar char="⦿"/>
            </a:pPr>
            <a:r>
              <a:rPr lang="en-US" sz="2400"/>
              <a:t>In each form of random sampling, each member of a population initially has an equal chance of being selected for the sample.</a:t>
            </a:r>
            <a:endParaRPr/>
          </a:p>
          <a:p>
            <a:pPr indent="-292100" lvl="0" marL="292100" rtl="0" algn="just">
              <a:spcBef>
                <a:spcPts val="0"/>
              </a:spcBef>
              <a:spcAft>
                <a:spcPts val="0"/>
              </a:spcAft>
              <a:buSzPts val="1680"/>
              <a:buChar char="⦿"/>
            </a:pPr>
            <a:r>
              <a:rPr lang="en-US" sz="2400"/>
              <a:t>The word </a:t>
            </a:r>
            <a:r>
              <a:rPr i="1" lang="en-US" sz="2400"/>
              <a:t>random describes the procedure used to select elements (participants, cars, test items) from a population.</a:t>
            </a:r>
            <a:endParaRPr/>
          </a:p>
          <a:p>
            <a:pPr indent="-149860" lvl="0" marL="292100" rtl="0" algn="l">
              <a:spcBef>
                <a:spcPts val="0"/>
              </a:spcBef>
              <a:spcAft>
                <a:spcPts val="0"/>
              </a:spcAft>
              <a:buSzPts val="224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8"/>
          <p:cNvSpPr txBox="1"/>
          <p:nvPr>
            <p:ph type="title"/>
          </p:nvPr>
        </p:nvSpPr>
        <p:spPr>
          <a:xfrm>
            <a:off x="457200" y="274638"/>
            <a:ext cx="8458200" cy="1143000"/>
          </a:xfrm>
          <a:prstGeom prst="rect">
            <a:avLst/>
          </a:prstGeom>
          <a:noFill/>
          <a:ln>
            <a:noFill/>
          </a:ln>
        </p:spPr>
        <p:txBody>
          <a:bodyPr anchorCtr="0" anchor="b" bIns="45700" lIns="91425" spcFirstLastPara="1" rIns="91425" wrap="square" tIns="45700">
            <a:noAutofit/>
          </a:bodyPr>
          <a:lstStyle/>
          <a:p>
            <a:pPr indent="0" lvl="0" marL="54864" rtl="0" algn="r">
              <a:spcBef>
                <a:spcPts val="0"/>
              </a:spcBef>
              <a:spcAft>
                <a:spcPts val="0"/>
              </a:spcAft>
              <a:buClr>
                <a:srgbClr val="E7E9C9"/>
              </a:buClr>
              <a:buSzPts val="3200"/>
              <a:buFont typeface="Rockwell"/>
              <a:buNone/>
            </a:pPr>
            <a:r>
              <a:rPr lang="en-US" sz="3200"/>
              <a:t>Sampling Techniques : Probability sampling</a:t>
            </a:r>
            <a:endParaRPr/>
          </a:p>
        </p:txBody>
      </p:sp>
      <p:sp>
        <p:nvSpPr>
          <p:cNvPr id="275" name="Google Shape;275;p18"/>
          <p:cNvSpPr txBox="1"/>
          <p:nvPr>
            <p:ph idx="1" type="body"/>
          </p:nvPr>
        </p:nvSpPr>
        <p:spPr>
          <a:xfrm>
            <a:off x="457200" y="1600200"/>
            <a:ext cx="8382000" cy="49530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960"/>
              <a:buChar char="⦿"/>
            </a:pPr>
            <a:r>
              <a:rPr lang="en-US" sz="2800"/>
              <a:t>The samples can be drawn in two possible ways.</a:t>
            </a:r>
            <a:endParaRPr/>
          </a:p>
          <a:p>
            <a:pPr indent="-292100" lvl="0" marL="292100" rtl="0" algn="just">
              <a:spcBef>
                <a:spcPts val="0"/>
              </a:spcBef>
              <a:spcAft>
                <a:spcPts val="0"/>
              </a:spcAft>
              <a:buSzPts val="1960"/>
              <a:buChar char="⦿"/>
            </a:pPr>
            <a:r>
              <a:rPr lang="en-US" sz="2800"/>
              <a:t>If random sampling is done </a:t>
            </a:r>
            <a:r>
              <a:rPr b="1" lang="en-US" sz="2800"/>
              <a:t>with replacement</a:t>
            </a:r>
            <a:r>
              <a:rPr lang="en-US" sz="2800"/>
              <a:t>. That is, once a member is picked, that member goes back into the population and thus may be chosen more than once.</a:t>
            </a:r>
            <a:endParaRPr/>
          </a:p>
          <a:p>
            <a:pPr indent="-292100" lvl="0" marL="292100" rtl="0" algn="just">
              <a:spcBef>
                <a:spcPts val="0"/>
              </a:spcBef>
              <a:spcAft>
                <a:spcPts val="0"/>
              </a:spcAft>
              <a:buSzPts val="1960"/>
              <a:buChar char="⦿"/>
            </a:pPr>
            <a:r>
              <a:rPr lang="en-US" sz="2800"/>
              <a:t>In simple random sampling </a:t>
            </a:r>
            <a:r>
              <a:rPr b="1" lang="en-US" sz="2800"/>
              <a:t>without replacement</a:t>
            </a:r>
            <a:r>
              <a:rPr lang="en-US" sz="2800"/>
              <a:t>, a member of the population may be chosen only once. units once are chosen are not placed back in the population.</a:t>
            </a:r>
            <a:endParaRPr/>
          </a:p>
          <a:p>
            <a:pPr indent="-203200" lvl="0" marL="292100" rtl="0" algn="l">
              <a:spcBef>
                <a:spcPts val="0"/>
              </a:spcBef>
              <a:spcAft>
                <a:spcPts val="0"/>
              </a:spcAft>
              <a:buSzPts val="1400"/>
              <a:buNone/>
            </a:pPr>
            <a:r>
              <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9" name="Shape 279"/>
        <p:cNvGrpSpPr/>
        <p:nvPr/>
      </p:nvGrpSpPr>
      <p:grpSpPr>
        <a:xfrm>
          <a:off x="0" y="0"/>
          <a:ext cx="0" cy="0"/>
          <a:chOff x="0" y="0"/>
          <a:chExt cx="0" cy="0"/>
        </a:xfrm>
      </p:grpSpPr>
      <p:sp>
        <p:nvSpPr>
          <p:cNvPr id="280" name="Google Shape;280;p19"/>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Probability Sampling</a:t>
            </a:r>
            <a:endParaRPr/>
          </a:p>
        </p:txBody>
      </p:sp>
      <p:pic>
        <p:nvPicPr>
          <p:cNvPr id="281" name="Google Shape;281;p19"/>
          <p:cNvPicPr preferRelativeResize="0"/>
          <p:nvPr>
            <p:ph idx="1" type="body"/>
          </p:nvPr>
        </p:nvPicPr>
        <p:blipFill rotWithShape="1">
          <a:blip r:embed="rId3">
            <a:alphaModFix/>
          </a:blip>
          <a:srcRect b="0" l="0" r="0" t="0"/>
          <a:stretch/>
        </p:blipFill>
        <p:spPr>
          <a:xfrm>
            <a:off x="457200" y="1763944"/>
            <a:ext cx="7467600" cy="4198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type="title"/>
          </p:nvPr>
        </p:nvSpPr>
        <p:spPr>
          <a:xfrm>
            <a:off x="457200" y="274638"/>
            <a:ext cx="8305800" cy="792162"/>
          </a:xfrm>
          <a:prstGeom prst="rect">
            <a:avLst/>
          </a:prstGeom>
          <a:noFill/>
          <a:ln>
            <a:noFill/>
          </a:ln>
        </p:spPr>
        <p:txBody>
          <a:bodyPr anchorCtr="0" anchor="b" bIns="45700" lIns="91425" spcFirstLastPara="1" rIns="91425" wrap="square" tIns="45700">
            <a:normAutofit fontScale="90000"/>
          </a:bodyPr>
          <a:lstStyle/>
          <a:p>
            <a:pPr indent="0" lvl="0" marL="54864" rtl="0" algn="r">
              <a:spcBef>
                <a:spcPts val="0"/>
              </a:spcBef>
              <a:spcAft>
                <a:spcPts val="0"/>
              </a:spcAft>
              <a:buClr>
                <a:srgbClr val="E7E9C9"/>
              </a:buClr>
              <a:buSzPct val="100000"/>
              <a:buFont typeface="Rockwell"/>
              <a:buNone/>
            </a:pPr>
            <a:r>
              <a:rPr b="1" lang="en-US" sz="4000"/>
              <a:t>Probability Sampling Techniques</a:t>
            </a:r>
            <a:endParaRPr/>
          </a:p>
        </p:txBody>
      </p:sp>
      <p:sp>
        <p:nvSpPr>
          <p:cNvPr id="287" name="Google Shape;287;p20"/>
          <p:cNvSpPr txBox="1"/>
          <p:nvPr>
            <p:ph idx="1" type="body"/>
          </p:nvPr>
        </p:nvSpPr>
        <p:spPr>
          <a:xfrm>
            <a:off x="457200" y="1600200"/>
            <a:ext cx="8458200" cy="4876800"/>
          </a:xfrm>
          <a:prstGeom prst="rect">
            <a:avLst/>
          </a:prstGeom>
          <a:noFill/>
          <a:ln>
            <a:noFill/>
          </a:ln>
        </p:spPr>
        <p:txBody>
          <a:bodyPr anchorCtr="0" anchor="t" bIns="45700" lIns="91425" spcFirstLastPara="1" rIns="91425" wrap="square" tIns="45700">
            <a:noAutofit/>
          </a:bodyPr>
          <a:lstStyle/>
          <a:p>
            <a:pPr indent="-292100" lvl="0" marL="292100" rtl="0" algn="just">
              <a:spcBef>
                <a:spcPts val="0"/>
              </a:spcBef>
              <a:spcAft>
                <a:spcPts val="0"/>
              </a:spcAft>
              <a:buSzPts val="1680"/>
              <a:buChar char="⦿"/>
            </a:pPr>
            <a:r>
              <a:rPr lang="en-US" sz="2400"/>
              <a:t>It is any sampling scheme in which the probability of choosing each individual is the same. These are also called random sampling.</a:t>
            </a:r>
            <a:endParaRPr/>
          </a:p>
          <a:p>
            <a:pPr indent="-292100" lvl="0" marL="292100" rtl="0" algn="just">
              <a:spcBef>
                <a:spcPts val="0"/>
              </a:spcBef>
              <a:spcAft>
                <a:spcPts val="0"/>
              </a:spcAft>
              <a:buSzPts val="1680"/>
              <a:buChar char="⦿"/>
            </a:pPr>
            <a:r>
              <a:rPr lang="en-US" sz="2400"/>
              <a:t> In probability (random) sampling, you start with a complete sampling frame of all eligible individuals from which you select your sample. </a:t>
            </a:r>
            <a:endParaRPr/>
          </a:p>
          <a:p>
            <a:pPr indent="-292100" lvl="0" marL="292100" rtl="0" algn="just">
              <a:spcBef>
                <a:spcPts val="0"/>
              </a:spcBef>
              <a:spcAft>
                <a:spcPts val="0"/>
              </a:spcAft>
              <a:buSzPts val="1680"/>
              <a:buChar char="⦿"/>
            </a:pPr>
            <a:r>
              <a:rPr lang="en-US" sz="2400"/>
              <a:t>All eligible individuals have a chance of being chosen for the sample, and you will be more able to generalize the results from your study. </a:t>
            </a:r>
            <a:endParaRPr/>
          </a:p>
          <a:p>
            <a:pPr indent="-292100" lvl="0" marL="292100" rtl="0" algn="just">
              <a:spcBef>
                <a:spcPts val="0"/>
              </a:spcBef>
              <a:spcAft>
                <a:spcPts val="0"/>
              </a:spcAft>
              <a:buSzPts val="1680"/>
              <a:buChar char="⦿"/>
            </a:pPr>
            <a:r>
              <a:rPr lang="en-US" sz="2400"/>
              <a:t>more time-consuming and expensive, but much  accurate. </a:t>
            </a:r>
            <a:endParaRPr/>
          </a:p>
          <a:p>
            <a:pPr indent="-292100" lvl="0" marL="292100" rtl="0" algn="l">
              <a:spcBef>
                <a:spcPts val="0"/>
              </a:spcBef>
              <a:spcAft>
                <a:spcPts val="0"/>
              </a:spcAft>
              <a:buSzPts val="1680"/>
              <a:buNone/>
            </a:pPr>
            <a:r>
              <a:rPr lang="en-US" sz="2400"/>
              <a:t>1.  Simple random sampling       2.  Systematic sampling</a:t>
            </a:r>
            <a:endParaRPr/>
          </a:p>
          <a:p>
            <a:pPr indent="-292100" lvl="0" marL="292100" rtl="0" algn="l">
              <a:spcBef>
                <a:spcPts val="0"/>
              </a:spcBef>
              <a:spcAft>
                <a:spcPts val="0"/>
              </a:spcAft>
              <a:buSzPts val="1680"/>
              <a:buNone/>
            </a:pPr>
            <a:r>
              <a:rPr lang="en-US" sz="2400"/>
              <a:t>3.  Stratified sampling                 4.  Cluster sampling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1"/>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Simple random sampling</a:t>
            </a:r>
            <a:endParaRPr/>
          </a:p>
        </p:txBody>
      </p:sp>
      <p:sp>
        <p:nvSpPr>
          <p:cNvPr id="293" name="Google Shape;293;p21"/>
          <p:cNvSpPr txBox="1"/>
          <p:nvPr>
            <p:ph idx="1" type="body"/>
          </p:nvPr>
        </p:nvSpPr>
        <p:spPr>
          <a:xfrm>
            <a:off x="457200" y="1600200"/>
            <a:ext cx="8382000" cy="49530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960"/>
              <a:buChar char="⦿"/>
            </a:pPr>
            <a:r>
              <a:rPr lang="en-US" sz="2800"/>
              <a:t>In this case each individual is chosen entirely by chance and each member of the population has an equal chance, or probability, of being selected.</a:t>
            </a:r>
            <a:endParaRPr/>
          </a:p>
          <a:p>
            <a:pPr indent="-292100" lvl="0" marL="292100" rtl="0" algn="just">
              <a:spcBef>
                <a:spcPts val="0"/>
              </a:spcBef>
              <a:spcAft>
                <a:spcPts val="0"/>
              </a:spcAft>
              <a:buSzPts val="1960"/>
              <a:buChar char="⦿"/>
            </a:pPr>
            <a:r>
              <a:rPr lang="en-US" sz="2800"/>
              <a:t>One way of obtaining a random sample is to give each individual in a population a number, and then use a table of random numbers to decide which individuals to include.</a:t>
            </a:r>
            <a:endParaRPr/>
          </a:p>
          <a:p>
            <a:pPr indent="-203200" lvl="0" marL="292100" rtl="0" algn="l">
              <a:spcBef>
                <a:spcPts val="0"/>
              </a:spcBef>
              <a:spcAft>
                <a:spcPts val="0"/>
              </a:spcAft>
              <a:buSzPts val="1400"/>
              <a:buNone/>
            </a:pPr>
            <a:r>
              <a:t/>
            </a:r>
            <a:endParaRPr sz="2000"/>
          </a:p>
          <a:p>
            <a:pPr indent="-203200" lvl="0" marL="292100" rtl="0" algn="l">
              <a:spcBef>
                <a:spcPts val="0"/>
              </a:spcBef>
              <a:spcAft>
                <a:spcPts val="0"/>
              </a:spcAft>
              <a:buSzPts val="1400"/>
              <a:buNone/>
            </a:pPr>
            <a:r>
              <a:t/>
            </a:r>
            <a:endParaRPr b="1" sz="2000"/>
          </a:p>
          <a:p>
            <a:pPr indent="-292100" lvl="0" marL="292100" rtl="0" algn="l">
              <a:spcBef>
                <a:spcPts val="0"/>
              </a:spcBef>
              <a:spcAft>
                <a:spcPts val="0"/>
              </a:spcAft>
              <a:buSzPts val="224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Simple random sampling</a:t>
            </a:r>
            <a:endParaRPr/>
          </a:p>
        </p:txBody>
      </p:sp>
      <p:pic>
        <p:nvPicPr>
          <p:cNvPr id="299" name="Google Shape;299;p22"/>
          <p:cNvPicPr preferRelativeResize="0"/>
          <p:nvPr>
            <p:ph idx="1" type="body"/>
          </p:nvPr>
        </p:nvPicPr>
        <p:blipFill rotWithShape="1">
          <a:blip r:embed="rId3">
            <a:alphaModFix/>
          </a:blip>
          <a:srcRect b="0" l="0" r="0" t="0"/>
          <a:stretch/>
        </p:blipFill>
        <p:spPr>
          <a:xfrm>
            <a:off x="685800" y="2209800"/>
            <a:ext cx="7202882" cy="374729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Simple random sampling</a:t>
            </a:r>
            <a:endParaRPr/>
          </a:p>
        </p:txBody>
      </p:sp>
      <p:sp>
        <p:nvSpPr>
          <p:cNvPr id="305" name="Google Shape;305;p23"/>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l">
              <a:spcBef>
                <a:spcPts val="0"/>
              </a:spcBef>
              <a:spcAft>
                <a:spcPts val="0"/>
              </a:spcAft>
              <a:buSzPts val="1400"/>
              <a:buChar char="⦿"/>
            </a:pPr>
            <a:r>
              <a:rPr b="1" lang="en-US" sz="2000"/>
              <a:t>Advantages</a:t>
            </a:r>
            <a:endParaRPr sz="2000"/>
          </a:p>
          <a:p>
            <a:pPr indent="-292100" lvl="0" marL="292100" rtl="0" algn="l">
              <a:spcBef>
                <a:spcPts val="0"/>
              </a:spcBef>
              <a:spcAft>
                <a:spcPts val="0"/>
              </a:spcAft>
              <a:buSzPts val="1400"/>
              <a:buChar char="⦿"/>
            </a:pPr>
            <a:r>
              <a:rPr lang="en-US" sz="2000"/>
              <a:t>Simplicity</a:t>
            </a:r>
            <a:endParaRPr/>
          </a:p>
          <a:p>
            <a:pPr indent="-292100" lvl="0" marL="292100" rtl="0" algn="l">
              <a:spcBef>
                <a:spcPts val="0"/>
              </a:spcBef>
              <a:spcAft>
                <a:spcPts val="0"/>
              </a:spcAft>
              <a:buSzPts val="1400"/>
              <a:buChar char="⦿"/>
            </a:pPr>
            <a:r>
              <a:rPr lang="en-US" sz="2000"/>
              <a:t>Requires little prior knowledge of the population</a:t>
            </a:r>
            <a:endParaRPr/>
          </a:p>
          <a:p>
            <a:pPr indent="-292100" lvl="0" marL="292100" rtl="0" algn="l">
              <a:spcBef>
                <a:spcPts val="0"/>
              </a:spcBef>
              <a:spcAft>
                <a:spcPts val="0"/>
              </a:spcAft>
              <a:buSzPts val="1400"/>
              <a:buChar char="⦿"/>
            </a:pPr>
            <a:r>
              <a:rPr lang="en-US" sz="2000"/>
              <a:t>Reduces selection bias</a:t>
            </a:r>
            <a:endParaRPr/>
          </a:p>
          <a:p>
            <a:pPr indent="-292100" lvl="0" marL="292100" rtl="0" algn="l">
              <a:spcBef>
                <a:spcPts val="0"/>
              </a:spcBef>
              <a:spcAft>
                <a:spcPts val="0"/>
              </a:spcAft>
              <a:buSzPts val="1400"/>
              <a:buChar char="⦿"/>
            </a:pPr>
            <a:r>
              <a:rPr b="1" lang="en-US" sz="2000"/>
              <a:t>Disadvantages</a:t>
            </a:r>
            <a:endParaRPr sz="2000"/>
          </a:p>
          <a:p>
            <a:pPr indent="-292100" lvl="0" marL="292100" rtl="0" algn="l">
              <a:spcBef>
                <a:spcPts val="0"/>
              </a:spcBef>
              <a:spcAft>
                <a:spcPts val="0"/>
              </a:spcAft>
              <a:buSzPts val="1400"/>
              <a:buChar char="⦿"/>
            </a:pPr>
            <a:r>
              <a:rPr lang="en-US" sz="2000"/>
              <a:t>Lower accuracy</a:t>
            </a:r>
            <a:endParaRPr/>
          </a:p>
          <a:p>
            <a:pPr indent="-292100" lvl="0" marL="292100" rtl="0" algn="l">
              <a:spcBef>
                <a:spcPts val="0"/>
              </a:spcBef>
              <a:spcAft>
                <a:spcPts val="0"/>
              </a:spcAft>
              <a:buSzPts val="1400"/>
              <a:buChar char="⦿"/>
            </a:pPr>
            <a:r>
              <a:rPr lang="en-US" sz="2000"/>
              <a:t>Higher cost </a:t>
            </a:r>
            <a:endParaRPr/>
          </a:p>
          <a:p>
            <a:pPr indent="-292100" lvl="0" marL="292100" rtl="0" algn="l">
              <a:spcBef>
                <a:spcPts val="0"/>
              </a:spcBef>
              <a:spcAft>
                <a:spcPts val="0"/>
              </a:spcAft>
              <a:buSzPts val="1400"/>
              <a:buChar char="⦿"/>
            </a:pPr>
            <a:r>
              <a:rPr lang="en-US" sz="2000"/>
              <a:t>Lower efficiency</a:t>
            </a:r>
            <a:endParaRPr/>
          </a:p>
          <a:p>
            <a:pPr indent="-292100" lvl="0" marL="292100" rtl="0" algn="l">
              <a:spcBef>
                <a:spcPts val="0"/>
              </a:spcBef>
              <a:spcAft>
                <a:spcPts val="0"/>
              </a:spcAft>
              <a:buSzPts val="1400"/>
              <a:buChar char="⦿"/>
            </a:pPr>
            <a:r>
              <a:rPr lang="en-US" sz="2000"/>
              <a:t>Samples may be clustered spatially</a:t>
            </a:r>
            <a:endParaRPr/>
          </a:p>
          <a:p>
            <a:pPr indent="-292100" lvl="0" marL="292100" rtl="0" algn="l">
              <a:spcBef>
                <a:spcPts val="0"/>
              </a:spcBef>
              <a:spcAft>
                <a:spcPts val="0"/>
              </a:spcAft>
              <a:buSzPts val="1400"/>
              <a:buChar char="⦿"/>
            </a:pPr>
            <a:r>
              <a:rPr lang="en-US" sz="2000"/>
              <a:t>Samples may not be representative of the feature attribute(s)</a:t>
            </a:r>
            <a:endParaRPr/>
          </a:p>
          <a:p>
            <a:pPr indent="-149860" lvl="0" marL="292100" rtl="0" algn="l">
              <a:spcBef>
                <a:spcPts val="0"/>
              </a:spcBef>
              <a:spcAft>
                <a:spcPts val="0"/>
              </a:spcAft>
              <a:buSzPts val="224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Systematic sampling</a:t>
            </a:r>
            <a:endParaRPr/>
          </a:p>
        </p:txBody>
      </p:sp>
      <p:sp>
        <p:nvSpPr>
          <p:cNvPr id="311" name="Google Shape;311;p24"/>
          <p:cNvSpPr txBox="1"/>
          <p:nvPr>
            <p:ph idx="1" type="body"/>
          </p:nvPr>
        </p:nvSpPr>
        <p:spPr>
          <a:xfrm>
            <a:off x="457200" y="1143000"/>
            <a:ext cx="8229600" cy="5715000"/>
          </a:xfrm>
          <a:prstGeom prst="rect">
            <a:avLst/>
          </a:prstGeom>
          <a:noFill/>
          <a:ln>
            <a:noFill/>
          </a:ln>
        </p:spPr>
        <p:txBody>
          <a:bodyPr anchorCtr="0" anchor="t" bIns="45700" lIns="91425" spcFirstLastPara="1" rIns="91425" wrap="square" tIns="45700">
            <a:noAutofit/>
          </a:bodyPr>
          <a:lstStyle/>
          <a:p>
            <a:pPr indent="-203200" lvl="0" marL="292100" rtl="0" algn="just">
              <a:spcBef>
                <a:spcPts val="0"/>
              </a:spcBef>
              <a:spcAft>
                <a:spcPts val="0"/>
              </a:spcAft>
              <a:buSzPts val="1400"/>
              <a:buNone/>
            </a:pPr>
            <a:r>
              <a:t/>
            </a:r>
            <a:endParaRPr sz="2000"/>
          </a:p>
          <a:p>
            <a:pPr indent="-292100" lvl="0" marL="292100" rtl="0" algn="just">
              <a:spcBef>
                <a:spcPts val="0"/>
              </a:spcBef>
              <a:spcAft>
                <a:spcPts val="0"/>
              </a:spcAft>
              <a:buSzPts val="1680"/>
              <a:buChar char="⦿"/>
            </a:pPr>
            <a:r>
              <a:rPr lang="en-US" sz="2400"/>
              <a:t>Individuals selected at regular intervals from sampling frame.</a:t>
            </a:r>
            <a:endParaRPr/>
          </a:p>
          <a:p>
            <a:pPr indent="-292100" lvl="0" marL="292100" rtl="0" algn="just">
              <a:spcBef>
                <a:spcPts val="0"/>
              </a:spcBef>
              <a:spcAft>
                <a:spcPts val="0"/>
              </a:spcAft>
              <a:buSzPts val="1680"/>
              <a:buChar char="⦿"/>
            </a:pPr>
            <a:r>
              <a:rPr lang="en-US" sz="2400"/>
              <a:t> Intervals are chosen to ensure an adequate sample size.</a:t>
            </a:r>
            <a:endParaRPr/>
          </a:p>
          <a:p>
            <a:pPr indent="-292100" lvl="0" marL="292100" rtl="0" algn="just">
              <a:spcBef>
                <a:spcPts val="0"/>
              </a:spcBef>
              <a:spcAft>
                <a:spcPts val="0"/>
              </a:spcAft>
              <a:buSzPts val="1680"/>
              <a:buChar char="⦿"/>
            </a:pPr>
            <a:r>
              <a:rPr lang="en-US" sz="2400"/>
              <a:t> If you need a sample size </a:t>
            </a:r>
            <a:r>
              <a:rPr i="1" lang="en-US" sz="2400"/>
              <a:t>n </a:t>
            </a:r>
            <a:r>
              <a:rPr lang="en-US" sz="2400"/>
              <a:t>from a population of size </a:t>
            </a:r>
            <a:r>
              <a:rPr i="1" lang="en-US" sz="2400"/>
              <a:t>x</a:t>
            </a:r>
            <a:r>
              <a:rPr lang="en-US" sz="2400"/>
              <a:t>, you should select every </a:t>
            </a:r>
            <a:r>
              <a:rPr i="1" lang="en-US" sz="2400"/>
              <a:t>x/n</a:t>
            </a:r>
            <a:r>
              <a:rPr baseline="30000" lang="en-US" sz="2400"/>
              <a:t>th</a:t>
            </a:r>
            <a:r>
              <a:rPr lang="en-US" sz="2400"/>
              <a:t> individual for the sample.</a:t>
            </a:r>
            <a:endParaRPr/>
          </a:p>
          <a:p>
            <a:pPr indent="-292100" lvl="0" marL="292100" rtl="0" algn="just">
              <a:spcBef>
                <a:spcPts val="0"/>
              </a:spcBef>
              <a:spcAft>
                <a:spcPts val="0"/>
              </a:spcAft>
              <a:buSzPts val="1680"/>
              <a:buChar char="⦿"/>
            </a:pPr>
            <a:r>
              <a:rPr lang="en-US" sz="2400"/>
              <a:t>For Example, suppose you have to do a phone survey. </a:t>
            </a:r>
            <a:endParaRPr/>
          </a:p>
          <a:p>
            <a:pPr indent="-292100" lvl="0" marL="292100" rtl="0" algn="just">
              <a:spcBef>
                <a:spcPts val="0"/>
              </a:spcBef>
              <a:spcAft>
                <a:spcPts val="0"/>
              </a:spcAft>
              <a:buSzPts val="1680"/>
              <a:buChar char="⦿"/>
            </a:pPr>
            <a:r>
              <a:rPr lang="en-US" sz="2400"/>
              <a:t>Your phone book contains 20,000 residence listings. </a:t>
            </a:r>
            <a:endParaRPr/>
          </a:p>
          <a:p>
            <a:pPr indent="-292100" lvl="0" marL="292100" rtl="0" algn="just">
              <a:spcBef>
                <a:spcPts val="0"/>
              </a:spcBef>
              <a:spcAft>
                <a:spcPts val="0"/>
              </a:spcAft>
              <a:buSzPts val="1680"/>
              <a:buChar char="⦿"/>
            </a:pPr>
            <a:r>
              <a:rPr lang="en-US" sz="2400"/>
              <a:t>You must choose 400 names for the sample.</a:t>
            </a:r>
            <a:endParaRPr/>
          </a:p>
          <a:p>
            <a:pPr indent="-292100" lvl="0" marL="292100" rtl="0" algn="just">
              <a:spcBef>
                <a:spcPts val="0"/>
              </a:spcBef>
              <a:spcAft>
                <a:spcPts val="0"/>
              </a:spcAft>
              <a:buSzPts val="1680"/>
              <a:buChar char="⦿"/>
            </a:pPr>
            <a:r>
              <a:rPr lang="en-US" sz="2400"/>
              <a:t> Number the population 1–20,000.</a:t>
            </a:r>
            <a:endParaRPr/>
          </a:p>
          <a:p>
            <a:pPr indent="-292100" lvl="0" marL="292100" rtl="0" algn="just">
              <a:spcBef>
                <a:spcPts val="0"/>
              </a:spcBef>
              <a:spcAft>
                <a:spcPts val="0"/>
              </a:spcAft>
              <a:buSzPts val="1680"/>
              <a:buChar char="⦿"/>
            </a:pPr>
            <a:r>
              <a:rPr lang="en-US" sz="2400"/>
              <a:t>Use a simple random sample to pick a number that represents the first name in the sample. </a:t>
            </a:r>
            <a:endParaRPr/>
          </a:p>
          <a:p>
            <a:pPr indent="-292100" lvl="0" marL="292100" rtl="0" algn="just">
              <a:spcBef>
                <a:spcPts val="0"/>
              </a:spcBef>
              <a:spcAft>
                <a:spcPts val="0"/>
              </a:spcAft>
              <a:buSzPts val="1680"/>
              <a:buChar char="⦿"/>
            </a:pPr>
            <a:r>
              <a:rPr lang="en-US" sz="2400"/>
              <a:t>Then choose every fiftieth name thereafter until you have a total of 400 names (you might have to go back to the beginning of your phone list). </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Systematic sampling</a:t>
            </a:r>
            <a:endParaRPr/>
          </a:p>
        </p:txBody>
      </p:sp>
      <p:sp>
        <p:nvSpPr>
          <p:cNvPr id="317" name="Google Shape;317;p25"/>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149860" lvl="0" marL="292100" rtl="0" algn="l">
              <a:spcBef>
                <a:spcPts val="0"/>
              </a:spcBef>
              <a:spcAft>
                <a:spcPts val="0"/>
              </a:spcAft>
              <a:buSzPts val="2240"/>
              <a:buNone/>
            </a:pPr>
            <a:r>
              <a:t/>
            </a:r>
            <a:endParaRPr/>
          </a:p>
        </p:txBody>
      </p:sp>
      <p:pic>
        <p:nvPicPr>
          <p:cNvPr id="318" name="Google Shape;318;p25"/>
          <p:cNvPicPr preferRelativeResize="0"/>
          <p:nvPr/>
        </p:nvPicPr>
        <p:blipFill rotWithShape="1">
          <a:blip r:embed="rId3">
            <a:alphaModFix/>
          </a:blip>
          <a:srcRect b="0" l="0" r="0" t="0"/>
          <a:stretch/>
        </p:blipFill>
        <p:spPr>
          <a:xfrm>
            <a:off x="914400" y="1752600"/>
            <a:ext cx="7685611" cy="4267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6"/>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Systematic sampling</a:t>
            </a:r>
            <a:endParaRPr/>
          </a:p>
        </p:txBody>
      </p:sp>
      <p:sp>
        <p:nvSpPr>
          <p:cNvPr id="324" name="Google Shape;324;p26"/>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l">
              <a:spcBef>
                <a:spcPts val="0"/>
              </a:spcBef>
              <a:spcAft>
                <a:spcPts val="0"/>
              </a:spcAft>
              <a:buSzPts val="1680"/>
              <a:buChar char="⦿"/>
            </a:pPr>
            <a:r>
              <a:rPr b="1" lang="en-US" sz="2400"/>
              <a:t>Advantages</a:t>
            </a:r>
            <a:endParaRPr sz="2400"/>
          </a:p>
          <a:p>
            <a:pPr indent="-292100" lvl="0" marL="292100" rtl="0" algn="l">
              <a:spcBef>
                <a:spcPts val="0"/>
              </a:spcBef>
              <a:spcAft>
                <a:spcPts val="0"/>
              </a:spcAft>
              <a:buSzPts val="1680"/>
              <a:buChar char="⦿"/>
            </a:pPr>
            <a:r>
              <a:rPr lang="en-US" sz="2400"/>
              <a:t>Greater efficiency</a:t>
            </a:r>
            <a:endParaRPr/>
          </a:p>
          <a:p>
            <a:pPr indent="-292100" lvl="0" marL="292100" rtl="0" algn="l">
              <a:spcBef>
                <a:spcPts val="0"/>
              </a:spcBef>
              <a:spcAft>
                <a:spcPts val="0"/>
              </a:spcAft>
              <a:buSzPts val="1680"/>
              <a:buChar char="⦿"/>
            </a:pPr>
            <a:r>
              <a:rPr lang="en-US" sz="2400"/>
              <a:t>Lower cost</a:t>
            </a:r>
            <a:endParaRPr/>
          </a:p>
          <a:p>
            <a:pPr indent="-292100" lvl="0" marL="292100" rtl="0" algn="l">
              <a:spcBef>
                <a:spcPts val="0"/>
              </a:spcBef>
              <a:spcAft>
                <a:spcPts val="0"/>
              </a:spcAft>
              <a:buSzPts val="1680"/>
              <a:buChar char="⦿"/>
            </a:pPr>
            <a:r>
              <a:rPr b="1" lang="en-US" sz="2400"/>
              <a:t>Disadvantages</a:t>
            </a:r>
            <a:endParaRPr sz="2400"/>
          </a:p>
          <a:p>
            <a:pPr indent="-292100" lvl="0" marL="292100" rtl="0" algn="l">
              <a:spcBef>
                <a:spcPts val="0"/>
              </a:spcBef>
              <a:spcAft>
                <a:spcPts val="0"/>
              </a:spcAft>
              <a:buSzPts val="1680"/>
              <a:buChar char="⦿"/>
            </a:pPr>
            <a:r>
              <a:rPr lang="en-US" sz="2400"/>
              <a:t>Lower precision</a:t>
            </a:r>
            <a:endParaRPr/>
          </a:p>
          <a:p>
            <a:pPr indent="-292100" lvl="0" marL="292100" rtl="0" algn="l">
              <a:spcBef>
                <a:spcPts val="0"/>
              </a:spcBef>
              <a:spcAft>
                <a:spcPts val="0"/>
              </a:spcAft>
              <a:buSzPts val="1680"/>
              <a:buChar char="⦿"/>
            </a:pPr>
            <a:r>
              <a:rPr lang="en-US" sz="2400"/>
              <a:t>it may also lead to bias</a:t>
            </a:r>
            <a:endParaRPr/>
          </a:p>
          <a:p>
            <a:pPr indent="-185420" lvl="0" marL="292100" rtl="0" algn="l">
              <a:spcBef>
                <a:spcPts val="0"/>
              </a:spcBef>
              <a:spcAft>
                <a:spcPts val="0"/>
              </a:spcAft>
              <a:buSzPts val="1680"/>
              <a:buNone/>
            </a:pPr>
            <a:r>
              <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7"/>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Stratified Sampling</a:t>
            </a:r>
            <a:endParaRPr/>
          </a:p>
        </p:txBody>
      </p:sp>
      <p:sp>
        <p:nvSpPr>
          <p:cNvPr id="330" name="Google Shape;330;p27"/>
          <p:cNvSpPr txBox="1"/>
          <p:nvPr>
            <p:ph idx="1" type="body"/>
          </p:nvPr>
        </p:nvSpPr>
        <p:spPr>
          <a:xfrm>
            <a:off x="457200" y="1600200"/>
            <a:ext cx="8458200" cy="50292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960"/>
              <a:buChar char="⦿"/>
            </a:pPr>
            <a:r>
              <a:rPr lang="en-US" sz="2800"/>
              <a:t>In this method, the population is first divided into subgroups (or strata) who all share a similar characteristic and then take a </a:t>
            </a:r>
            <a:r>
              <a:rPr b="1" lang="en-US" sz="2800"/>
              <a:t>proportionate</a:t>
            </a:r>
            <a:r>
              <a:rPr lang="en-US" sz="2800"/>
              <a:t> number from each stratum. </a:t>
            </a:r>
            <a:endParaRPr/>
          </a:p>
          <a:p>
            <a:pPr indent="-292100" lvl="0" marL="292100" rtl="0" algn="just">
              <a:spcBef>
                <a:spcPts val="0"/>
              </a:spcBef>
              <a:spcAft>
                <a:spcPts val="0"/>
              </a:spcAft>
              <a:buSzPts val="1960"/>
              <a:buChar char="⦿"/>
            </a:pPr>
            <a:r>
              <a:rPr lang="en-US" sz="2800"/>
              <a:t>For example, you could stratify (group) your college population by department and then choose a proportionate simple random sample from each stratum (each department) to get a stratified random sample. </a:t>
            </a:r>
            <a:endParaRPr sz="2400"/>
          </a:p>
          <a:p>
            <a:pPr indent="-185420" lvl="0" marL="292100" rtl="0" algn="l">
              <a:spcBef>
                <a:spcPts val="0"/>
              </a:spcBef>
              <a:spcAft>
                <a:spcPts val="0"/>
              </a:spcAft>
              <a:buSzPts val="1680"/>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8"/>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Stratified Sampling</a:t>
            </a:r>
            <a:endParaRPr/>
          </a:p>
        </p:txBody>
      </p:sp>
      <p:pic>
        <p:nvPicPr>
          <p:cNvPr id="336" name="Google Shape;336;p28"/>
          <p:cNvPicPr preferRelativeResize="0"/>
          <p:nvPr>
            <p:ph idx="1" type="body"/>
          </p:nvPr>
        </p:nvPicPr>
        <p:blipFill rotWithShape="1">
          <a:blip r:embed="rId3">
            <a:alphaModFix/>
          </a:blip>
          <a:srcRect b="0" l="0" r="0" t="0"/>
          <a:stretch/>
        </p:blipFill>
        <p:spPr>
          <a:xfrm>
            <a:off x="1303341" y="1600200"/>
            <a:ext cx="5775317" cy="452596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9"/>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Stratified Sampling</a:t>
            </a:r>
            <a:endParaRPr/>
          </a:p>
        </p:txBody>
      </p:sp>
      <p:sp>
        <p:nvSpPr>
          <p:cNvPr id="342" name="Google Shape;342;p29"/>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l">
              <a:spcBef>
                <a:spcPts val="0"/>
              </a:spcBef>
              <a:spcAft>
                <a:spcPts val="0"/>
              </a:spcAft>
              <a:buSzPts val="1680"/>
              <a:buChar char="⦿"/>
            </a:pPr>
            <a:r>
              <a:rPr b="1" lang="en-US" sz="2400"/>
              <a:t>Advantages</a:t>
            </a:r>
            <a:endParaRPr sz="2400"/>
          </a:p>
          <a:p>
            <a:pPr indent="-292100" lvl="0" marL="292100" rtl="0" algn="l">
              <a:spcBef>
                <a:spcPts val="0"/>
              </a:spcBef>
              <a:spcAft>
                <a:spcPts val="0"/>
              </a:spcAft>
              <a:buSzPts val="1680"/>
              <a:buChar char="⦿"/>
            </a:pPr>
            <a:r>
              <a:rPr lang="en-US" sz="2400"/>
              <a:t>Higher accuracy</a:t>
            </a:r>
            <a:endParaRPr/>
          </a:p>
          <a:p>
            <a:pPr indent="-292100" lvl="0" marL="292100" rtl="0" algn="l">
              <a:spcBef>
                <a:spcPts val="0"/>
              </a:spcBef>
              <a:spcAft>
                <a:spcPts val="0"/>
              </a:spcAft>
              <a:buSzPts val="1680"/>
              <a:buChar char="⦿"/>
            </a:pPr>
            <a:r>
              <a:rPr lang="en-US" sz="2400"/>
              <a:t>Lower cost</a:t>
            </a:r>
            <a:endParaRPr/>
          </a:p>
          <a:p>
            <a:pPr indent="-292100" lvl="0" marL="292100" rtl="0" algn="l">
              <a:spcBef>
                <a:spcPts val="0"/>
              </a:spcBef>
              <a:spcAft>
                <a:spcPts val="0"/>
              </a:spcAft>
              <a:buSzPts val="1680"/>
              <a:buChar char="⦿"/>
            </a:pPr>
            <a:r>
              <a:rPr lang="en-US" sz="2400"/>
              <a:t>Low bias</a:t>
            </a:r>
            <a:endParaRPr/>
          </a:p>
          <a:p>
            <a:pPr indent="-292100" lvl="0" marL="292100" rtl="0" algn="l">
              <a:spcBef>
                <a:spcPts val="0"/>
              </a:spcBef>
              <a:spcAft>
                <a:spcPts val="0"/>
              </a:spcAft>
              <a:buSzPts val="1680"/>
              <a:buChar char="⦿"/>
            </a:pPr>
            <a:r>
              <a:rPr b="1" lang="en-US" sz="2400"/>
              <a:t>Disadvantages</a:t>
            </a:r>
            <a:endParaRPr sz="2400"/>
          </a:p>
          <a:p>
            <a:pPr indent="-292100" lvl="0" marL="292100" rtl="0" algn="l">
              <a:spcBef>
                <a:spcPts val="0"/>
              </a:spcBef>
              <a:spcAft>
                <a:spcPts val="0"/>
              </a:spcAft>
              <a:buSzPts val="1680"/>
              <a:buChar char="⦿"/>
            </a:pPr>
            <a:r>
              <a:rPr lang="en-US" sz="2400"/>
              <a:t>it requires knowledge of the appropriate characteristics of the sampling frame</a:t>
            </a:r>
            <a:endParaRPr/>
          </a:p>
          <a:p>
            <a:pPr indent="-292100" lvl="0" marL="292100" rtl="0" algn="l">
              <a:spcBef>
                <a:spcPts val="0"/>
              </a:spcBef>
              <a:spcAft>
                <a:spcPts val="0"/>
              </a:spcAft>
              <a:buSzPts val="1680"/>
              <a:buChar char="⦿"/>
            </a:pPr>
            <a:r>
              <a:rPr lang="en-US" sz="2400"/>
              <a:t>The existing knowledge used to construct strata may be flawed.</a:t>
            </a:r>
            <a:endParaRPr/>
          </a:p>
          <a:p>
            <a:pPr indent="-185420" lvl="0" marL="292100" rtl="0" algn="l">
              <a:spcBef>
                <a:spcPts val="0"/>
              </a:spcBef>
              <a:spcAft>
                <a:spcPts val="0"/>
              </a:spcAft>
              <a:buSzPts val="1680"/>
              <a:buNone/>
            </a:pPr>
            <a:r>
              <a:t/>
            </a:r>
            <a:endParaRPr sz="2400"/>
          </a:p>
          <a:p>
            <a:pPr indent="-149860" lvl="0" marL="292100" rtl="0" algn="l">
              <a:spcBef>
                <a:spcPts val="0"/>
              </a:spcBef>
              <a:spcAft>
                <a:spcPts val="0"/>
              </a:spcAft>
              <a:buSzPts val="224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0"/>
          <p:cNvSpPr txBox="1"/>
          <p:nvPr>
            <p:ph type="title"/>
          </p:nvPr>
        </p:nvSpPr>
        <p:spPr>
          <a:xfrm>
            <a:off x="457200" y="274638"/>
            <a:ext cx="8229600" cy="792162"/>
          </a:xfrm>
          <a:prstGeom prst="rect">
            <a:avLst/>
          </a:prstGeom>
          <a:noFill/>
          <a:ln>
            <a:noFill/>
          </a:ln>
        </p:spPr>
        <p:txBody>
          <a:bodyPr anchorCtr="0" anchor="b" bIns="45700" lIns="91425" spcFirstLastPara="1" rIns="91425" wrap="square" tIns="45700">
            <a:normAutofit fontScale="90000"/>
          </a:bodyPr>
          <a:lstStyle/>
          <a:p>
            <a:pPr indent="0" lvl="0" marL="54864" rtl="0" algn="r">
              <a:spcBef>
                <a:spcPts val="0"/>
              </a:spcBef>
              <a:spcAft>
                <a:spcPts val="0"/>
              </a:spcAft>
              <a:buClr>
                <a:srgbClr val="E7E9C9"/>
              </a:buClr>
              <a:buSzPct val="100000"/>
              <a:buFont typeface="Rockwell"/>
              <a:buNone/>
            </a:pPr>
            <a:r>
              <a:rPr b="1" lang="en-US"/>
              <a:t>Cluster Sampling</a:t>
            </a:r>
            <a:endParaRPr/>
          </a:p>
        </p:txBody>
      </p:sp>
      <p:sp>
        <p:nvSpPr>
          <p:cNvPr id="348" name="Google Shape;348;p30"/>
          <p:cNvSpPr txBox="1"/>
          <p:nvPr>
            <p:ph idx="1" type="body"/>
          </p:nvPr>
        </p:nvSpPr>
        <p:spPr>
          <a:xfrm>
            <a:off x="457200" y="1066800"/>
            <a:ext cx="8229600" cy="5257800"/>
          </a:xfrm>
          <a:prstGeom prst="rect">
            <a:avLst/>
          </a:prstGeom>
          <a:noFill/>
          <a:ln>
            <a:noFill/>
          </a:ln>
        </p:spPr>
        <p:txBody>
          <a:bodyPr anchorCtr="0" anchor="t" bIns="45700" lIns="91425" spcFirstLastPara="1" rIns="91425" wrap="square" tIns="45700">
            <a:noAutofit/>
          </a:bodyPr>
          <a:lstStyle/>
          <a:p>
            <a:pPr indent="-185420" lvl="0" marL="292100" rtl="0" algn="just">
              <a:spcBef>
                <a:spcPts val="0"/>
              </a:spcBef>
              <a:spcAft>
                <a:spcPts val="0"/>
              </a:spcAft>
              <a:buSzPts val="1680"/>
              <a:buNone/>
            </a:pPr>
            <a:r>
              <a:t/>
            </a:r>
            <a:endParaRPr sz="2400"/>
          </a:p>
          <a:p>
            <a:pPr indent="-292100" lvl="0" marL="292100" rtl="0" algn="just">
              <a:spcBef>
                <a:spcPts val="0"/>
              </a:spcBef>
              <a:spcAft>
                <a:spcPts val="0"/>
              </a:spcAft>
              <a:buSzPts val="1680"/>
              <a:buChar char="⦿"/>
            </a:pPr>
            <a:r>
              <a:rPr lang="en-US" sz="2400"/>
              <a:t>Subgroups of the population are used as the sampling unit, rather than individuals.</a:t>
            </a:r>
            <a:endParaRPr/>
          </a:p>
          <a:p>
            <a:pPr indent="-292100" lvl="0" marL="292100" rtl="0" algn="just">
              <a:spcBef>
                <a:spcPts val="0"/>
              </a:spcBef>
              <a:spcAft>
                <a:spcPts val="0"/>
              </a:spcAft>
              <a:buSzPts val="1680"/>
              <a:buChar char="⦿"/>
            </a:pPr>
            <a:r>
              <a:rPr lang="en-US" sz="2400"/>
              <a:t>The population is divided into subgroups, known as clusters, which are randomly selected to be included in the study.</a:t>
            </a:r>
            <a:endParaRPr/>
          </a:p>
          <a:p>
            <a:pPr indent="-292100" lvl="0" marL="292100" rtl="0" algn="just">
              <a:spcBef>
                <a:spcPts val="0"/>
              </a:spcBef>
              <a:spcAft>
                <a:spcPts val="0"/>
              </a:spcAft>
              <a:buSzPts val="1680"/>
              <a:buChar char="⦿"/>
            </a:pPr>
            <a:r>
              <a:rPr lang="en-US" sz="2400"/>
              <a:t>All the members from these clusters are in the cluster sample. </a:t>
            </a:r>
            <a:endParaRPr/>
          </a:p>
          <a:p>
            <a:pPr indent="-292100" lvl="0" marL="292100" rtl="0" algn="just">
              <a:spcBef>
                <a:spcPts val="0"/>
              </a:spcBef>
              <a:spcAft>
                <a:spcPts val="0"/>
              </a:spcAft>
              <a:buSzPts val="1680"/>
              <a:buChar char="⦿"/>
            </a:pPr>
            <a:r>
              <a:rPr lang="en-US" sz="2400"/>
              <a:t>In single-stage cluster sampling, all members of the chosen clusters are then included in the study.</a:t>
            </a:r>
            <a:endParaRPr/>
          </a:p>
          <a:p>
            <a:pPr indent="-292100" lvl="0" marL="292100" rtl="0" algn="just">
              <a:spcBef>
                <a:spcPts val="0"/>
              </a:spcBef>
              <a:spcAft>
                <a:spcPts val="0"/>
              </a:spcAft>
              <a:buSzPts val="1680"/>
              <a:buChar char="⦿"/>
            </a:pPr>
            <a:r>
              <a:rPr lang="en-US" sz="2400"/>
              <a:t>In two-stage cluster sampling, a selection of individuals from each cluster is then randomly selected for inclusion. Clustering should be taken into account in the analysis.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1"/>
          <p:cNvSpPr txBox="1"/>
          <p:nvPr>
            <p:ph type="title"/>
          </p:nvPr>
        </p:nvSpPr>
        <p:spPr>
          <a:xfrm>
            <a:off x="457200" y="274638"/>
            <a:ext cx="8229600" cy="792162"/>
          </a:xfrm>
          <a:prstGeom prst="rect">
            <a:avLst/>
          </a:prstGeom>
          <a:noFill/>
          <a:ln>
            <a:noFill/>
          </a:ln>
        </p:spPr>
        <p:txBody>
          <a:bodyPr anchorCtr="0" anchor="b" bIns="45700" lIns="91425" spcFirstLastPara="1" rIns="91425" wrap="square" tIns="45700">
            <a:normAutofit fontScale="90000"/>
          </a:bodyPr>
          <a:lstStyle/>
          <a:p>
            <a:pPr indent="0" lvl="0" marL="54864" rtl="0" algn="r">
              <a:spcBef>
                <a:spcPts val="0"/>
              </a:spcBef>
              <a:spcAft>
                <a:spcPts val="0"/>
              </a:spcAft>
              <a:buClr>
                <a:srgbClr val="E7E9C9"/>
              </a:buClr>
              <a:buSzPct val="100000"/>
              <a:buFont typeface="Rockwell"/>
              <a:buNone/>
            </a:pPr>
            <a:r>
              <a:rPr b="1" lang="en-US"/>
              <a:t>Cluster Sampling</a:t>
            </a:r>
            <a:endParaRPr/>
          </a:p>
        </p:txBody>
      </p:sp>
      <p:sp>
        <p:nvSpPr>
          <p:cNvPr id="354" name="Google Shape;354;p31"/>
          <p:cNvSpPr txBox="1"/>
          <p:nvPr>
            <p:ph idx="1" type="body"/>
          </p:nvPr>
        </p:nvSpPr>
        <p:spPr>
          <a:xfrm>
            <a:off x="457200" y="1066800"/>
            <a:ext cx="8229600" cy="5257800"/>
          </a:xfrm>
          <a:prstGeom prst="rect">
            <a:avLst/>
          </a:prstGeom>
          <a:noFill/>
          <a:ln>
            <a:noFill/>
          </a:ln>
        </p:spPr>
        <p:txBody>
          <a:bodyPr anchorCtr="0" anchor="t" bIns="45700" lIns="91425" spcFirstLastPara="1" rIns="91425" wrap="square" tIns="45700">
            <a:noAutofit/>
          </a:bodyPr>
          <a:lstStyle/>
          <a:p>
            <a:pPr indent="-167640" lvl="0" marL="292100" rtl="0" algn="just">
              <a:spcBef>
                <a:spcPts val="0"/>
              </a:spcBef>
              <a:spcAft>
                <a:spcPts val="0"/>
              </a:spcAft>
              <a:buSzPts val="1960"/>
              <a:buNone/>
            </a:pPr>
            <a:r>
              <a:t/>
            </a:r>
            <a:endParaRPr sz="2800"/>
          </a:p>
          <a:p>
            <a:pPr indent="-292100" lvl="0" marL="292100" rtl="0" algn="just">
              <a:spcBef>
                <a:spcPts val="0"/>
              </a:spcBef>
              <a:spcAft>
                <a:spcPts val="0"/>
              </a:spcAft>
              <a:buSzPts val="1960"/>
              <a:buChar char="⦿"/>
            </a:pPr>
            <a:r>
              <a:rPr lang="en-US" sz="2800"/>
              <a:t>For example, if you randomly sample four departments from your college population, </a:t>
            </a:r>
            <a:endParaRPr/>
          </a:p>
          <a:p>
            <a:pPr indent="-292100" lvl="0" marL="292100" rtl="0" algn="just">
              <a:spcBef>
                <a:spcPts val="0"/>
              </a:spcBef>
              <a:spcAft>
                <a:spcPts val="0"/>
              </a:spcAft>
              <a:buSzPts val="1960"/>
              <a:buChar char="⦿"/>
            </a:pPr>
            <a:r>
              <a:rPr lang="en-US" sz="2800"/>
              <a:t>the four departments make up the cluster sample.</a:t>
            </a:r>
            <a:endParaRPr/>
          </a:p>
          <a:p>
            <a:pPr indent="-292100" lvl="0" marL="292100" rtl="0" algn="just">
              <a:spcBef>
                <a:spcPts val="0"/>
              </a:spcBef>
              <a:spcAft>
                <a:spcPts val="0"/>
              </a:spcAft>
              <a:buSzPts val="1960"/>
              <a:buChar char="⦿"/>
            </a:pPr>
            <a:r>
              <a:rPr lang="en-US" sz="2800"/>
              <a:t>Divide your college faculty by department. </a:t>
            </a:r>
            <a:endParaRPr/>
          </a:p>
          <a:p>
            <a:pPr indent="-292100" lvl="0" marL="292100" rtl="0" algn="just">
              <a:spcBef>
                <a:spcPts val="0"/>
              </a:spcBef>
              <a:spcAft>
                <a:spcPts val="0"/>
              </a:spcAft>
              <a:buSzPts val="1960"/>
              <a:buChar char="⦿"/>
            </a:pPr>
            <a:r>
              <a:rPr lang="en-US" sz="2800"/>
              <a:t>The departments are the clusters. </a:t>
            </a:r>
            <a:endParaRPr/>
          </a:p>
          <a:p>
            <a:pPr indent="-292100" lvl="0" marL="292100" rtl="0" algn="just">
              <a:spcBef>
                <a:spcPts val="0"/>
              </a:spcBef>
              <a:spcAft>
                <a:spcPts val="0"/>
              </a:spcAft>
              <a:buSzPts val="1960"/>
              <a:buChar char="⦿"/>
            </a:pPr>
            <a:r>
              <a:rPr lang="en-US" sz="2800"/>
              <a:t>Number each department, and then choose four different numbers using simple random sampling. </a:t>
            </a:r>
            <a:endParaRPr/>
          </a:p>
          <a:p>
            <a:pPr indent="-292100" lvl="0" marL="292100" rtl="0" algn="just">
              <a:spcBef>
                <a:spcPts val="0"/>
              </a:spcBef>
              <a:spcAft>
                <a:spcPts val="0"/>
              </a:spcAft>
              <a:buSzPts val="1960"/>
              <a:buChar char="⦿"/>
            </a:pPr>
            <a:r>
              <a:rPr lang="en-US" sz="2800"/>
              <a:t>All members of the four departments with those numbers are the cluster sample.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2"/>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Cluster Sampling</a:t>
            </a:r>
            <a:endParaRPr/>
          </a:p>
        </p:txBody>
      </p:sp>
      <p:pic>
        <p:nvPicPr>
          <p:cNvPr id="360" name="Google Shape;360;p32"/>
          <p:cNvPicPr preferRelativeResize="0"/>
          <p:nvPr>
            <p:ph idx="1" type="body"/>
          </p:nvPr>
        </p:nvPicPr>
        <p:blipFill rotWithShape="1">
          <a:blip r:embed="rId3">
            <a:alphaModFix/>
          </a:blip>
          <a:srcRect b="0" l="0" r="0" t="0"/>
          <a:stretch/>
        </p:blipFill>
        <p:spPr>
          <a:xfrm>
            <a:off x="619125" y="1701006"/>
            <a:ext cx="7143750" cy="4324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Cluster Sampling</a:t>
            </a:r>
            <a:endParaRPr/>
          </a:p>
        </p:txBody>
      </p:sp>
      <p:sp>
        <p:nvSpPr>
          <p:cNvPr id="366" name="Google Shape;366;p33"/>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l">
              <a:spcBef>
                <a:spcPts val="0"/>
              </a:spcBef>
              <a:spcAft>
                <a:spcPts val="0"/>
              </a:spcAft>
              <a:buSzPts val="1680"/>
              <a:buChar char="⦿"/>
            </a:pPr>
            <a:r>
              <a:rPr b="1" lang="en-US" sz="2400"/>
              <a:t>Advantages</a:t>
            </a:r>
            <a:endParaRPr sz="2400"/>
          </a:p>
          <a:p>
            <a:pPr indent="-292100" lvl="0" marL="292100" rtl="0" algn="l">
              <a:spcBef>
                <a:spcPts val="0"/>
              </a:spcBef>
              <a:spcAft>
                <a:spcPts val="0"/>
              </a:spcAft>
              <a:buSzPts val="1680"/>
              <a:buChar char="⦿"/>
            </a:pPr>
            <a:r>
              <a:rPr lang="en-US" sz="2400"/>
              <a:t>Greater efficiency</a:t>
            </a:r>
            <a:endParaRPr/>
          </a:p>
          <a:p>
            <a:pPr indent="-292100" lvl="0" marL="292100" rtl="0" algn="l">
              <a:spcBef>
                <a:spcPts val="0"/>
              </a:spcBef>
              <a:spcAft>
                <a:spcPts val="0"/>
              </a:spcAft>
              <a:buSzPts val="1680"/>
              <a:buChar char="⦿"/>
            </a:pPr>
            <a:r>
              <a:rPr lang="en-US" sz="2400"/>
              <a:t>Lower cost</a:t>
            </a:r>
            <a:endParaRPr/>
          </a:p>
          <a:p>
            <a:pPr indent="-292100" lvl="0" marL="292100" rtl="0" algn="l">
              <a:spcBef>
                <a:spcPts val="0"/>
              </a:spcBef>
              <a:spcAft>
                <a:spcPts val="0"/>
              </a:spcAft>
              <a:buSzPts val="1680"/>
              <a:buChar char="⦿"/>
            </a:pPr>
            <a:r>
              <a:rPr b="1" lang="en-US" sz="2400"/>
              <a:t>Disadvantages</a:t>
            </a:r>
            <a:endParaRPr sz="2400"/>
          </a:p>
          <a:p>
            <a:pPr indent="-292100" lvl="0" marL="292100" rtl="0" algn="l">
              <a:spcBef>
                <a:spcPts val="0"/>
              </a:spcBef>
              <a:spcAft>
                <a:spcPts val="0"/>
              </a:spcAft>
              <a:buSzPts val="1680"/>
              <a:buChar char="⦿"/>
            </a:pPr>
            <a:r>
              <a:rPr lang="en-US" sz="2400"/>
              <a:t>Lower precision</a:t>
            </a:r>
            <a:endParaRPr/>
          </a:p>
          <a:p>
            <a:pPr indent="-292100" lvl="0" marL="292100" rtl="0" algn="l">
              <a:spcBef>
                <a:spcPts val="0"/>
              </a:spcBef>
              <a:spcAft>
                <a:spcPts val="0"/>
              </a:spcAft>
              <a:buSzPts val="1680"/>
              <a:buChar char="⦿"/>
            </a:pPr>
            <a:r>
              <a:rPr lang="en-US" sz="2400"/>
              <a:t>Higher bias</a:t>
            </a:r>
            <a:endParaRPr sz="3600"/>
          </a:p>
          <a:p>
            <a:pPr indent="-149860" lvl="0" marL="292100" rtl="0" algn="l">
              <a:spcBef>
                <a:spcPts val="0"/>
              </a:spcBef>
              <a:spcAft>
                <a:spcPts val="0"/>
              </a:spcAft>
              <a:buSzPts val="224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34"/>
          <p:cNvPicPr preferRelativeResize="0"/>
          <p:nvPr>
            <p:ph idx="1" type="body"/>
          </p:nvPr>
        </p:nvPicPr>
        <p:blipFill rotWithShape="1">
          <a:blip r:embed="rId3">
            <a:alphaModFix/>
          </a:blip>
          <a:srcRect b="0" l="0" r="0" t="0"/>
          <a:stretch/>
        </p:blipFill>
        <p:spPr>
          <a:xfrm>
            <a:off x="762000" y="1066800"/>
            <a:ext cx="7467600" cy="4198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5"/>
          <p:cNvSpPr txBox="1"/>
          <p:nvPr>
            <p:ph type="title"/>
          </p:nvPr>
        </p:nvSpPr>
        <p:spPr>
          <a:xfrm>
            <a:off x="457200" y="274638"/>
            <a:ext cx="8153400" cy="1143000"/>
          </a:xfrm>
          <a:prstGeom prst="rect">
            <a:avLst/>
          </a:prstGeom>
          <a:noFill/>
          <a:ln>
            <a:noFill/>
          </a:ln>
        </p:spPr>
        <p:txBody>
          <a:bodyPr anchorCtr="0" anchor="b" bIns="45700" lIns="91425" spcFirstLastPara="1" rIns="91425" wrap="square" tIns="45700">
            <a:noAutofit/>
          </a:bodyPr>
          <a:lstStyle/>
          <a:p>
            <a:pPr indent="0" lvl="0" marL="54864" rtl="0" algn="ctr">
              <a:spcBef>
                <a:spcPts val="0"/>
              </a:spcBef>
              <a:spcAft>
                <a:spcPts val="0"/>
              </a:spcAft>
              <a:buClr>
                <a:srgbClr val="E7E9C9"/>
              </a:buClr>
              <a:buSzPts val="3600"/>
              <a:buFont typeface="Rockwell"/>
              <a:buNone/>
            </a:pPr>
            <a:r>
              <a:rPr lang="en-US" sz="3600"/>
              <a:t>Sampling Techniques : </a:t>
            </a:r>
            <a:br>
              <a:rPr lang="en-US" sz="3600"/>
            </a:br>
            <a:r>
              <a:rPr lang="en-US" sz="3600"/>
              <a:t>Non Probability sampling</a:t>
            </a:r>
            <a:endParaRPr/>
          </a:p>
        </p:txBody>
      </p:sp>
      <p:sp>
        <p:nvSpPr>
          <p:cNvPr id="377" name="Google Shape;377;p3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There is no way of estimating the probability of an element’s being included in a sample.</a:t>
            </a:r>
            <a:endParaRPr/>
          </a:p>
          <a:p>
            <a:pPr indent="-292100" lvl="0" marL="292100" rtl="0" algn="just">
              <a:spcBef>
                <a:spcPts val="0"/>
              </a:spcBef>
              <a:spcAft>
                <a:spcPts val="0"/>
              </a:spcAft>
              <a:buSzPts val="1680"/>
              <a:buChar char="⦿"/>
            </a:pPr>
            <a:r>
              <a:rPr lang="en-US" sz="2400"/>
              <a:t>The selection of units in the sample from the population is not governed by the probability laws.</a:t>
            </a:r>
            <a:endParaRPr/>
          </a:p>
          <a:p>
            <a:pPr indent="-292100" lvl="0" marL="292100" rtl="0" algn="just">
              <a:spcBef>
                <a:spcPts val="0"/>
              </a:spcBef>
              <a:spcAft>
                <a:spcPts val="0"/>
              </a:spcAft>
              <a:buSzPts val="1680"/>
              <a:buChar char="⦿"/>
            </a:pPr>
            <a:r>
              <a:rPr lang="en-US" sz="2400"/>
              <a:t>For example, the units are selected on the basis of the personal judgment of the surveyor. </a:t>
            </a:r>
            <a:endParaRPr/>
          </a:p>
          <a:p>
            <a:pPr indent="-292100" lvl="0" marL="292100" rtl="0" algn="just">
              <a:spcBef>
                <a:spcPts val="0"/>
              </a:spcBef>
              <a:spcAft>
                <a:spcPts val="0"/>
              </a:spcAft>
              <a:buSzPts val="1680"/>
              <a:buChar char="⦿"/>
            </a:pPr>
            <a:r>
              <a:rPr lang="en-US" sz="2400"/>
              <a:t>The persons volunteering to take some medical test or to drink a new type of coffee also constitute the sample on non-random laws.</a:t>
            </a:r>
            <a:endParaRPr/>
          </a:p>
          <a:p>
            <a:pPr indent="-203200" lvl="0" marL="292100" rtl="0" algn="l">
              <a:spcBef>
                <a:spcPts val="0"/>
              </a:spcBef>
              <a:spcAft>
                <a:spcPts val="0"/>
              </a:spcAft>
              <a:buSzPts val="1400"/>
              <a:buNone/>
            </a:pPr>
            <a:r>
              <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6"/>
          <p:cNvSpPr txBox="1"/>
          <p:nvPr>
            <p:ph type="title"/>
          </p:nvPr>
        </p:nvSpPr>
        <p:spPr>
          <a:xfrm>
            <a:off x="228600" y="274638"/>
            <a:ext cx="8534400" cy="1143000"/>
          </a:xfrm>
          <a:prstGeom prst="rect">
            <a:avLst/>
          </a:prstGeom>
          <a:noFill/>
          <a:ln>
            <a:noFill/>
          </a:ln>
        </p:spPr>
        <p:txBody>
          <a:bodyPr anchorCtr="0" anchor="b" bIns="45700" lIns="91425" spcFirstLastPara="1" rIns="91425" wrap="square" tIns="45700">
            <a:noAutofit/>
          </a:bodyPr>
          <a:lstStyle/>
          <a:p>
            <a:pPr indent="0" lvl="0" marL="54864" rtl="0" algn="r">
              <a:spcBef>
                <a:spcPts val="0"/>
              </a:spcBef>
              <a:spcAft>
                <a:spcPts val="0"/>
              </a:spcAft>
              <a:buClr>
                <a:srgbClr val="E7E9C9"/>
              </a:buClr>
              <a:buSzPts val="3600"/>
              <a:buFont typeface="Rockwell"/>
              <a:buNone/>
            </a:pPr>
            <a:r>
              <a:rPr b="1" lang="en-US" sz="3600"/>
              <a:t>Non Probability Sampling Techniques</a:t>
            </a:r>
            <a:endParaRPr sz="3600"/>
          </a:p>
        </p:txBody>
      </p:sp>
      <p:sp>
        <p:nvSpPr>
          <p:cNvPr id="383" name="Google Shape;383;p36"/>
          <p:cNvSpPr txBox="1"/>
          <p:nvPr>
            <p:ph idx="1" type="body"/>
          </p:nvPr>
        </p:nvSpPr>
        <p:spPr>
          <a:xfrm>
            <a:off x="457200" y="1371600"/>
            <a:ext cx="8382000" cy="52578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you do not start with a complete sampling frame, so some individuals have no chance of being selected.</a:t>
            </a:r>
            <a:endParaRPr/>
          </a:p>
          <a:p>
            <a:pPr indent="-292100" lvl="0" marL="292100" rtl="0" algn="just">
              <a:spcBef>
                <a:spcPts val="0"/>
              </a:spcBef>
              <a:spcAft>
                <a:spcPts val="0"/>
              </a:spcAft>
              <a:buSzPts val="1680"/>
              <a:buChar char="⦿"/>
            </a:pPr>
            <a:r>
              <a:rPr lang="en-US" sz="2400"/>
              <a:t> Consequently, you cannot estimate the effect of sampling error and there is a significant risk of ending up with a non-representative sample which produces non-generalisable results.</a:t>
            </a:r>
            <a:endParaRPr/>
          </a:p>
          <a:p>
            <a:pPr indent="-292100" lvl="0" marL="292100" rtl="0" algn="just">
              <a:spcBef>
                <a:spcPts val="0"/>
              </a:spcBef>
              <a:spcAft>
                <a:spcPts val="0"/>
              </a:spcAft>
              <a:buSzPts val="1680"/>
              <a:buChar char="⦿"/>
            </a:pPr>
            <a:r>
              <a:rPr lang="en-US" sz="2400"/>
              <a:t> However, non-probability sampling methods tend to be cheaper and more convenient, and they are useful for exploratory research and hypothesis generation.</a:t>
            </a:r>
            <a:endParaRPr/>
          </a:p>
          <a:p>
            <a:pPr indent="-457200" lvl="0" marL="457200" rtl="0" algn="just">
              <a:spcBef>
                <a:spcPts val="0"/>
              </a:spcBef>
              <a:spcAft>
                <a:spcPts val="0"/>
              </a:spcAft>
              <a:buSzPts val="1400"/>
              <a:buAutoNum type="arabicPeriod"/>
            </a:pPr>
            <a:r>
              <a:rPr lang="en-US" sz="2000"/>
              <a:t>Convenience sampling</a:t>
            </a:r>
            <a:endParaRPr/>
          </a:p>
          <a:p>
            <a:pPr indent="-457200" lvl="0" marL="457200" rtl="0" algn="just">
              <a:spcBef>
                <a:spcPts val="0"/>
              </a:spcBef>
              <a:spcAft>
                <a:spcPts val="0"/>
              </a:spcAft>
              <a:buSzPts val="1400"/>
              <a:buAutoNum type="arabicPeriod"/>
            </a:pPr>
            <a:r>
              <a:rPr lang="en-US" sz="2000"/>
              <a:t>Quota sampling</a:t>
            </a:r>
            <a:endParaRPr/>
          </a:p>
          <a:p>
            <a:pPr indent="-457200" lvl="0" marL="457200" rtl="0" algn="just">
              <a:spcBef>
                <a:spcPts val="0"/>
              </a:spcBef>
              <a:spcAft>
                <a:spcPts val="0"/>
              </a:spcAft>
              <a:buSzPts val="1400"/>
              <a:buAutoNum type="arabicPeriod"/>
            </a:pPr>
            <a:r>
              <a:rPr lang="en-US" sz="2000"/>
              <a:t>Judgement (or Purposive) Sampling</a:t>
            </a:r>
            <a:endParaRPr/>
          </a:p>
          <a:p>
            <a:pPr indent="-457200" lvl="0" marL="457200" rtl="0" algn="just">
              <a:spcBef>
                <a:spcPts val="0"/>
              </a:spcBef>
              <a:spcAft>
                <a:spcPts val="0"/>
              </a:spcAft>
              <a:buSzPts val="1400"/>
              <a:buAutoNum type="arabicPeriod"/>
            </a:pPr>
            <a:r>
              <a:rPr lang="en-US" sz="2000"/>
              <a:t>Snowball sampling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7"/>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Convenience sampling</a:t>
            </a:r>
            <a:endParaRPr/>
          </a:p>
        </p:txBody>
      </p:sp>
      <p:sp>
        <p:nvSpPr>
          <p:cNvPr id="389" name="Google Shape;389;p37"/>
          <p:cNvSpPr txBox="1"/>
          <p:nvPr>
            <p:ph idx="1" type="body"/>
          </p:nvPr>
        </p:nvSpPr>
        <p:spPr>
          <a:xfrm>
            <a:off x="457200" y="1447800"/>
            <a:ext cx="8305800" cy="5105400"/>
          </a:xfrm>
          <a:prstGeom prst="rect">
            <a:avLst/>
          </a:prstGeom>
          <a:noFill/>
          <a:ln>
            <a:noFill/>
          </a:ln>
        </p:spPr>
        <p:txBody>
          <a:bodyPr anchorCtr="0" anchor="t" bIns="45700" lIns="91425" spcFirstLastPara="1" rIns="91425" wrap="square" tIns="45700">
            <a:noAutofit/>
          </a:bodyPr>
          <a:lstStyle/>
          <a:p>
            <a:pPr indent="-292100" lvl="0" marL="292100" rtl="0" algn="just">
              <a:spcBef>
                <a:spcPts val="0"/>
              </a:spcBef>
              <a:spcAft>
                <a:spcPts val="0"/>
              </a:spcAft>
              <a:buSzPts val="1680"/>
              <a:buChar char="⦿"/>
            </a:pPr>
            <a:r>
              <a:rPr lang="en-US" sz="2400"/>
              <a:t>Participants are selected based on availability and willingness to take part.</a:t>
            </a:r>
            <a:endParaRPr/>
          </a:p>
          <a:p>
            <a:pPr indent="-292100" lvl="0" marL="292100" rtl="0" algn="just">
              <a:spcBef>
                <a:spcPts val="0"/>
              </a:spcBef>
              <a:spcAft>
                <a:spcPts val="0"/>
              </a:spcAft>
              <a:buSzPts val="1680"/>
              <a:buChar char="⦿"/>
            </a:pPr>
            <a:r>
              <a:rPr lang="en-US" sz="2400"/>
              <a:t>Useful results can be obtained, but the results are prone to significant bias, because those who volunteer to take part may be different from those who choose not to (volunteer bias), and the sample may not be representative of other characteristics.</a:t>
            </a:r>
            <a:endParaRPr/>
          </a:p>
          <a:p>
            <a:pPr indent="-292100" lvl="0" marL="292100" rtl="0" algn="just">
              <a:spcBef>
                <a:spcPts val="0"/>
              </a:spcBef>
              <a:spcAft>
                <a:spcPts val="0"/>
              </a:spcAft>
              <a:buSzPts val="1680"/>
              <a:buChar char="⦿"/>
            </a:pPr>
            <a:r>
              <a:rPr lang="en-US" sz="2400"/>
              <a:t>It involves using results that are readily available. </a:t>
            </a:r>
            <a:endParaRPr/>
          </a:p>
          <a:p>
            <a:pPr indent="-292100" lvl="0" marL="292100" rtl="0" algn="just">
              <a:spcBef>
                <a:spcPts val="0"/>
              </a:spcBef>
              <a:spcAft>
                <a:spcPts val="0"/>
              </a:spcAft>
              <a:buSzPts val="1680"/>
              <a:buChar char="⦿"/>
            </a:pPr>
            <a:r>
              <a:rPr lang="en-US" sz="2400"/>
              <a:t>For example, a computer software store conducts a marketing study by interviewing potential customers who happen to be in the store browsing through the available software. </a:t>
            </a:r>
            <a:endParaRPr/>
          </a:p>
          <a:p>
            <a:pPr indent="-292100" lvl="0" marL="292100" rtl="0" algn="just">
              <a:spcBef>
                <a:spcPts val="0"/>
              </a:spcBef>
              <a:spcAft>
                <a:spcPts val="0"/>
              </a:spcAft>
              <a:buSzPts val="1680"/>
              <a:buChar char="⦿"/>
            </a:pPr>
            <a:r>
              <a:rPr b="1" lang="en-US" sz="2400"/>
              <a:t>Advantages : </a:t>
            </a:r>
            <a:r>
              <a:rPr lang="en-US" sz="2400"/>
              <a:t>Easiest method of sampling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8"/>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Convenience sampling</a:t>
            </a:r>
            <a:endParaRPr/>
          </a:p>
        </p:txBody>
      </p:sp>
      <p:pic>
        <p:nvPicPr>
          <p:cNvPr id="395" name="Google Shape;395;p38"/>
          <p:cNvPicPr preferRelativeResize="0"/>
          <p:nvPr>
            <p:ph idx="1" type="body"/>
          </p:nvPr>
        </p:nvPicPr>
        <p:blipFill rotWithShape="1">
          <a:blip r:embed="rId3">
            <a:alphaModFix/>
          </a:blip>
          <a:srcRect b="0" l="0" r="0" t="0"/>
          <a:stretch/>
        </p:blipFill>
        <p:spPr>
          <a:xfrm>
            <a:off x="1219199" y="1828800"/>
            <a:ext cx="6582603" cy="4191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9"/>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Quota sampling</a:t>
            </a:r>
            <a:endParaRPr/>
          </a:p>
        </p:txBody>
      </p:sp>
      <p:sp>
        <p:nvSpPr>
          <p:cNvPr id="401" name="Google Shape;401;p3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This method of sampling is often used by market researchers. Interviewers are given a quota of subjects of a specified type to attempt to recruit.</a:t>
            </a:r>
            <a:endParaRPr/>
          </a:p>
          <a:p>
            <a:pPr indent="-292100" lvl="0" marL="292100" rtl="0" algn="just">
              <a:spcBef>
                <a:spcPts val="0"/>
              </a:spcBef>
              <a:spcAft>
                <a:spcPts val="0"/>
              </a:spcAft>
              <a:buSzPts val="1680"/>
              <a:buChar char="⦿"/>
            </a:pPr>
            <a:r>
              <a:rPr lang="en-US" sz="2400"/>
              <a:t>Ideally the quotas chosen would proportionally represent the characteristics of the underlying population.</a:t>
            </a:r>
            <a:endParaRPr/>
          </a:p>
          <a:p>
            <a:pPr indent="-292100" lvl="0" marL="292100" rtl="0" algn="just">
              <a:spcBef>
                <a:spcPts val="0"/>
              </a:spcBef>
              <a:spcAft>
                <a:spcPts val="0"/>
              </a:spcAft>
              <a:buSzPts val="1680"/>
              <a:buChar char="⦿"/>
            </a:pPr>
            <a:r>
              <a:rPr b="1" lang="en-US" sz="2400"/>
              <a:t>Advantages</a:t>
            </a:r>
            <a:endParaRPr sz="2400"/>
          </a:p>
          <a:p>
            <a:pPr indent="-292100" lvl="0" marL="292100" rtl="0" algn="just">
              <a:spcBef>
                <a:spcPts val="0"/>
              </a:spcBef>
              <a:spcAft>
                <a:spcPts val="0"/>
              </a:spcAft>
              <a:buSzPts val="1680"/>
              <a:buChar char="⦿"/>
            </a:pPr>
            <a:r>
              <a:rPr lang="en-US" sz="2400"/>
              <a:t>Relatively straightforward and potentially representative</a:t>
            </a:r>
            <a:endParaRPr/>
          </a:p>
          <a:p>
            <a:pPr indent="-292100" lvl="0" marL="292100" rtl="0" algn="just">
              <a:spcBef>
                <a:spcPts val="0"/>
              </a:spcBef>
              <a:spcAft>
                <a:spcPts val="0"/>
              </a:spcAft>
              <a:buSzPts val="1680"/>
              <a:buChar char="⦿"/>
            </a:pPr>
            <a:r>
              <a:rPr b="1" lang="en-US" sz="2400"/>
              <a:t>Disadvantages</a:t>
            </a:r>
            <a:endParaRPr sz="2400"/>
          </a:p>
          <a:p>
            <a:pPr indent="-292100" lvl="0" marL="292100" rtl="0" algn="just">
              <a:spcBef>
                <a:spcPts val="0"/>
              </a:spcBef>
              <a:spcAft>
                <a:spcPts val="0"/>
              </a:spcAft>
              <a:buSzPts val="1680"/>
              <a:buChar char="⦿"/>
            </a:pPr>
            <a:r>
              <a:rPr lang="en-US" sz="2400"/>
              <a:t>The chosen sample may not be representative of other characteristics that weren’t considered </a:t>
            </a:r>
            <a:endParaRPr/>
          </a:p>
          <a:p>
            <a:pPr indent="-203200" lvl="0" marL="292100" rtl="0" algn="l">
              <a:spcBef>
                <a:spcPts val="0"/>
              </a:spcBef>
              <a:spcAft>
                <a:spcPts val="0"/>
              </a:spcAft>
              <a:buSzPts val="1400"/>
              <a:buNone/>
            </a:pPr>
            <a:r>
              <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0"/>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Quota sampling</a:t>
            </a:r>
            <a:endParaRPr/>
          </a:p>
        </p:txBody>
      </p:sp>
      <p:pic>
        <p:nvPicPr>
          <p:cNvPr id="407" name="Google Shape;407;p40"/>
          <p:cNvPicPr preferRelativeResize="0"/>
          <p:nvPr>
            <p:ph idx="1" type="body"/>
          </p:nvPr>
        </p:nvPicPr>
        <p:blipFill rotWithShape="1">
          <a:blip r:embed="rId3">
            <a:alphaModFix/>
          </a:blip>
          <a:srcRect b="0" l="0" r="0" t="0"/>
          <a:stretch/>
        </p:blipFill>
        <p:spPr>
          <a:xfrm>
            <a:off x="609600" y="2133600"/>
            <a:ext cx="7436034" cy="407749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1"/>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fontScale="90000"/>
          </a:bodyPr>
          <a:lstStyle/>
          <a:p>
            <a:pPr indent="0" lvl="0" marL="54864" rtl="0" algn="r">
              <a:spcBef>
                <a:spcPts val="0"/>
              </a:spcBef>
              <a:spcAft>
                <a:spcPts val="0"/>
              </a:spcAft>
              <a:buClr>
                <a:srgbClr val="E7E9C9"/>
              </a:buClr>
              <a:buSzPct val="100000"/>
              <a:buFont typeface="Rockwell"/>
              <a:buNone/>
            </a:pPr>
            <a:r>
              <a:rPr b="1" lang="en-US"/>
              <a:t>Judgment (or Purposive) Sampling</a:t>
            </a:r>
            <a:endParaRPr/>
          </a:p>
        </p:txBody>
      </p:sp>
      <p:sp>
        <p:nvSpPr>
          <p:cNvPr id="413" name="Google Shape;413;p41"/>
          <p:cNvSpPr txBox="1"/>
          <p:nvPr>
            <p:ph idx="1" type="body"/>
          </p:nvPr>
        </p:nvSpPr>
        <p:spPr>
          <a:xfrm>
            <a:off x="457200" y="1600200"/>
            <a:ext cx="8382000" cy="4953000"/>
          </a:xfrm>
          <a:prstGeom prst="rect">
            <a:avLst/>
          </a:prstGeom>
          <a:noFill/>
          <a:ln>
            <a:noFill/>
          </a:ln>
        </p:spPr>
        <p:txBody>
          <a:bodyPr anchorCtr="0" anchor="t" bIns="45700" lIns="91425" spcFirstLastPara="1" rIns="91425" wrap="square" tIns="45700">
            <a:normAutofit fontScale="92500"/>
          </a:bodyPr>
          <a:lstStyle/>
          <a:p>
            <a:pPr indent="-292100" lvl="0" marL="292100" rtl="0" algn="just">
              <a:spcBef>
                <a:spcPts val="0"/>
              </a:spcBef>
              <a:spcAft>
                <a:spcPts val="0"/>
              </a:spcAft>
              <a:buSzPct val="70000"/>
              <a:buChar char="⦿"/>
            </a:pPr>
            <a:r>
              <a:rPr lang="en-US" sz="2400"/>
              <a:t>Also known as selective, or subjective, sampling, this technique relies on the judgement of the researcher when choosing who to ask to participate.</a:t>
            </a:r>
            <a:endParaRPr/>
          </a:p>
          <a:p>
            <a:pPr indent="-292100" lvl="0" marL="292100" rtl="0" algn="just">
              <a:spcBef>
                <a:spcPts val="0"/>
              </a:spcBef>
              <a:spcAft>
                <a:spcPts val="0"/>
              </a:spcAft>
              <a:buSzPct val="70000"/>
              <a:buChar char="⦿"/>
            </a:pPr>
            <a:r>
              <a:rPr lang="en-US" sz="2400"/>
              <a:t> In other words, researchers choose only those people who they deem fit to participate in the research study. Judgmental or purposive sampling is not a scientific method of sampling, </a:t>
            </a:r>
            <a:endParaRPr sz="2400"/>
          </a:p>
          <a:p>
            <a:pPr indent="-292100" lvl="0" marL="292100" rtl="0" algn="just">
              <a:spcBef>
                <a:spcPts val="0"/>
              </a:spcBef>
              <a:spcAft>
                <a:spcPts val="0"/>
              </a:spcAft>
              <a:buSzPct val="70000"/>
              <a:buChar char="⦿"/>
            </a:pPr>
            <a:r>
              <a:rPr lang="en-US" sz="2400"/>
              <a:t>This approach is often used by the media when canvassing the public for opinions and in qualitative research.</a:t>
            </a:r>
            <a:endParaRPr/>
          </a:p>
          <a:p>
            <a:pPr indent="-292100" lvl="0" marL="292100" rtl="0" algn="just">
              <a:spcBef>
                <a:spcPts val="0"/>
              </a:spcBef>
              <a:spcAft>
                <a:spcPts val="0"/>
              </a:spcAft>
              <a:buSzPct val="70000"/>
              <a:buChar char="⦿"/>
            </a:pPr>
            <a:r>
              <a:rPr b="1" lang="en-US" sz="2400"/>
              <a:t>Advantages</a:t>
            </a:r>
            <a:endParaRPr sz="2400"/>
          </a:p>
          <a:p>
            <a:pPr indent="-292100" lvl="0" marL="292100" rtl="0" algn="just">
              <a:spcBef>
                <a:spcPts val="0"/>
              </a:spcBef>
              <a:spcAft>
                <a:spcPts val="0"/>
              </a:spcAft>
              <a:buSzPct val="70000"/>
              <a:buChar char="⦿"/>
            </a:pPr>
            <a:r>
              <a:rPr lang="en-US" sz="2400"/>
              <a:t>Time-and cost-effective to perform</a:t>
            </a:r>
            <a:endParaRPr/>
          </a:p>
          <a:p>
            <a:pPr indent="-292100" lvl="0" marL="292100" rtl="0" algn="just">
              <a:spcBef>
                <a:spcPts val="0"/>
              </a:spcBef>
              <a:spcAft>
                <a:spcPts val="0"/>
              </a:spcAft>
              <a:buSzPct val="70000"/>
              <a:buChar char="⦿"/>
            </a:pPr>
            <a:r>
              <a:rPr b="1" lang="en-US" sz="2400"/>
              <a:t>Disadvantages</a:t>
            </a:r>
            <a:endParaRPr sz="2400"/>
          </a:p>
          <a:p>
            <a:pPr indent="-292100" lvl="0" marL="292100" rtl="0" algn="just">
              <a:spcBef>
                <a:spcPts val="0"/>
              </a:spcBef>
              <a:spcAft>
                <a:spcPts val="0"/>
              </a:spcAft>
              <a:buSzPct val="70000"/>
              <a:buChar char="⦿"/>
            </a:pPr>
            <a:r>
              <a:rPr lang="en-US" sz="2400"/>
              <a:t>Volunteer bias, it is also prone to errors</a:t>
            </a:r>
            <a:endParaRPr/>
          </a:p>
          <a:p>
            <a:pPr indent="-292100" lvl="0" marL="292100" rtl="0" algn="just">
              <a:spcBef>
                <a:spcPts val="0"/>
              </a:spcBef>
              <a:spcAft>
                <a:spcPts val="0"/>
              </a:spcAft>
              <a:buSzPct val="70000"/>
              <a:buChar char="⦿"/>
            </a:pPr>
            <a:r>
              <a:rPr lang="en-US" sz="2400"/>
              <a:t>Will not necessarily be representative</a:t>
            </a:r>
            <a:endParaRPr/>
          </a:p>
          <a:p>
            <a:pPr indent="-209867" lvl="0" marL="292100" rtl="0" algn="l">
              <a:spcBef>
                <a:spcPts val="0"/>
              </a:spcBef>
              <a:spcAft>
                <a:spcPts val="0"/>
              </a:spcAft>
              <a:buSzPct val="70000"/>
              <a:buNone/>
            </a:pPr>
            <a:r>
              <a:t/>
            </a: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fontScale="90000"/>
          </a:bodyPr>
          <a:lstStyle/>
          <a:p>
            <a:pPr indent="0" lvl="0" marL="54864" rtl="0" algn="r">
              <a:spcBef>
                <a:spcPts val="0"/>
              </a:spcBef>
              <a:spcAft>
                <a:spcPts val="0"/>
              </a:spcAft>
              <a:buClr>
                <a:srgbClr val="E7E9C9"/>
              </a:buClr>
              <a:buSzPct val="100000"/>
              <a:buFont typeface="Rockwell"/>
              <a:buNone/>
            </a:pPr>
            <a:r>
              <a:rPr b="1" lang="en-US"/>
              <a:t>Judgment (or Purposive) Sampling</a:t>
            </a:r>
            <a:endParaRPr/>
          </a:p>
        </p:txBody>
      </p:sp>
      <p:pic>
        <p:nvPicPr>
          <p:cNvPr id="419" name="Google Shape;419;p42"/>
          <p:cNvPicPr preferRelativeResize="0"/>
          <p:nvPr>
            <p:ph idx="1" type="body"/>
          </p:nvPr>
        </p:nvPicPr>
        <p:blipFill rotWithShape="1">
          <a:blip r:embed="rId3">
            <a:alphaModFix/>
          </a:blip>
          <a:srcRect b="0" l="0" r="0" t="0"/>
          <a:stretch/>
        </p:blipFill>
        <p:spPr>
          <a:xfrm>
            <a:off x="619125" y="1886744"/>
            <a:ext cx="7143750" cy="39528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3"/>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Snowball sampling</a:t>
            </a:r>
            <a:endParaRPr/>
          </a:p>
        </p:txBody>
      </p:sp>
      <p:sp>
        <p:nvSpPr>
          <p:cNvPr id="425" name="Google Shape;425;p43"/>
          <p:cNvSpPr txBox="1"/>
          <p:nvPr>
            <p:ph idx="1" type="body"/>
          </p:nvPr>
        </p:nvSpPr>
        <p:spPr>
          <a:xfrm>
            <a:off x="457200" y="1646237"/>
            <a:ext cx="8229600" cy="452628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680"/>
              <a:buChar char="⦿"/>
            </a:pPr>
            <a:r>
              <a:rPr lang="en-US" sz="2400"/>
              <a:t>Commonly used in social sciences when investigating hard-to-reach groups. Existing subjects are asked to nominate further subjects known to them, so the sample increases in size like a rolling snowball.</a:t>
            </a:r>
            <a:endParaRPr/>
          </a:p>
          <a:p>
            <a:pPr indent="-292100" lvl="0" marL="292100" rtl="0" algn="just">
              <a:spcBef>
                <a:spcPts val="0"/>
              </a:spcBef>
              <a:spcAft>
                <a:spcPts val="0"/>
              </a:spcAft>
              <a:buSzPts val="1680"/>
              <a:buChar char="⦿"/>
            </a:pPr>
            <a:r>
              <a:rPr b="1" lang="en-US" sz="2400"/>
              <a:t>Advantages</a:t>
            </a:r>
            <a:endParaRPr sz="2400"/>
          </a:p>
          <a:p>
            <a:pPr indent="-292100" lvl="0" marL="292100" rtl="0" algn="just">
              <a:spcBef>
                <a:spcPts val="0"/>
              </a:spcBef>
              <a:spcAft>
                <a:spcPts val="0"/>
              </a:spcAft>
              <a:buSzPts val="1680"/>
              <a:buChar char="⦿"/>
            </a:pPr>
            <a:r>
              <a:rPr lang="en-US" sz="2400"/>
              <a:t>Effective when a sampling frame is difficult to identify</a:t>
            </a:r>
            <a:endParaRPr/>
          </a:p>
          <a:p>
            <a:pPr indent="-292100" lvl="0" marL="292100" rtl="0" algn="just">
              <a:spcBef>
                <a:spcPts val="0"/>
              </a:spcBef>
              <a:spcAft>
                <a:spcPts val="0"/>
              </a:spcAft>
              <a:buSzPts val="1680"/>
              <a:buChar char="⦿"/>
            </a:pPr>
            <a:r>
              <a:rPr b="1" lang="en-US" sz="2400"/>
              <a:t>Disadvantages</a:t>
            </a:r>
            <a:endParaRPr sz="2400"/>
          </a:p>
          <a:p>
            <a:pPr indent="-292100" lvl="0" marL="292100" rtl="0" algn="just">
              <a:spcBef>
                <a:spcPts val="0"/>
              </a:spcBef>
              <a:spcAft>
                <a:spcPts val="0"/>
              </a:spcAft>
              <a:buSzPts val="1680"/>
              <a:buChar char="⦿"/>
            </a:pPr>
            <a:r>
              <a:rPr lang="en-US" sz="2400"/>
              <a:t>Selection bias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4"/>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b="1" lang="en-US"/>
              <a:t>Snowball sampling</a:t>
            </a:r>
            <a:endParaRPr/>
          </a:p>
        </p:txBody>
      </p:sp>
      <p:pic>
        <p:nvPicPr>
          <p:cNvPr id="431" name="Google Shape;431;p44"/>
          <p:cNvPicPr preferRelativeResize="0"/>
          <p:nvPr>
            <p:ph idx="1" type="body"/>
          </p:nvPr>
        </p:nvPicPr>
        <p:blipFill rotWithShape="1">
          <a:blip r:embed="rId3">
            <a:alphaModFix/>
          </a:blip>
          <a:srcRect b="0" l="0" r="0" t="0"/>
          <a:stretch/>
        </p:blipFill>
        <p:spPr>
          <a:xfrm>
            <a:off x="619125" y="1872456"/>
            <a:ext cx="7143750" cy="39814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p45"/>
          <p:cNvPicPr preferRelativeResize="0"/>
          <p:nvPr>
            <p:ph idx="1" type="body"/>
          </p:nvPr>
        </p:nvPicPr>
        <p:blipFill rotWithShape="1">
          <a:blip r:embed="rId3">
            <a:alphaModFix/>
          </a:blip>
          <a:srcRect b="0" l="0" r="0" t="0"/>
          <a:stretch/>
        </p:blipFill>
        <p:spPr>
          <a:xfrm>
            <a:off x="533400" y="1295400"/>
            <a:ext cx="7996436" cy="4495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46"/>
          <p:cNvPicPr preferRelativeResize="0"/>
          <p:nvPr>
            <p:ph idx="1" type="body"/>
          </p:nvPr>
        </p:nvPicPr>
        <p:blipFill rotWithShape="1">
          <a:blip r:embed="rId3">
            <a:alphaModFix/>
          </a:blip>
          <a:srcRect b="0" l="0" r="0" t="0"/>
          <a:stretch/>
        </p:blipFill>
        <p:spPr>
          <a:xfrm>
            <a:off x="381000" y="1143000"/>
            <a:ext cx="8403034" cy="47244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7"/>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Examples</a:t>
            </a:r>
            <a:endParaRPr/>
          </a:p>
        </p:txBody>
      </p:sp>
      <p:sp>
        <p:nvSpPr>
          <p:cNvPr id="447" name="Google Shape;447;p47"/>
          <p:cNvSpPr txBox="1"/>
          <p:nvPr>
            <p:ph idx="1" type="body"/>
          </p:nvPr>
        </p:nvSpPr>
        <p:spPr>
          <a:xfrm>
            <a:off x="457200" y="1219200"/>
            <a:ext cx="8458200" cy="53340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400"/>
              <a:buChar char="⦿"/>
            </a:pPr>
            <a:r>
              <a:rPr lang="en-US" sz="2000"/>
              <a:t>What kind of sampling would you expect was used if the sample group was composed of 5 yellow, 3 green, 4 red, and 6 blue members, and the population included 48 blue, 32 red, 24 green, and 40 yellow members?</a:t>
            </a:r>
            <a:endParaRPr/>
          </a:p>
          <a:p>
            <a:pPr indent="-292100" lvl="0" marL="292100" rtl="0" algn="just">
              <a:spcBef>
                <a:spcPts val="0"/>
              </a:spcBef>
              <a:spcAft>
                <a:spcPts val="0"/>
              </a:spcAft>
              <a:buSzPts val="1400"/>
              <a:buChar char="⦿"/>
            </a:pPr>
            <a:r>
              <a:rPr lang="en-US" sz="2000"/>
              <a:t>Since the sample group contains exactly  1/8 as many members of each color as the entire population, it is reasonable to suspect that a </a:t>
            </a:r>
            <a:r>
              <a:rPr b="1" i="1" lang="en-US" sz="2000"/>
              <a:t>stratified sampling</a:t>
            </a:r>
            <a:r>
              <a:rPr lang="en-US" sz="2000"/>
              <a:t> was used.</a:t>
            </a:r>
            <a:endParaRPr/>
          </a:p>
          <a:p>
            <a:pPr indent="-292100" lvl="0" marL="292100" rtl="0" algn="just">
              <a:spcBef>
                <a:spcPts val="0"/>
              </a:spcBef>
              <a:spcAft>
                <a:spcPts val="0"/>
              </a:spcAft>
              <a:buSzPts val="1400"/>
              <a:buChar char="⦿"/>
            </a:pPr>
            <a:r>
              <a:rPr lang="en-US" sz="2000"/>
              <a:t>What type(s) of sampling method(s) might be most appropriate for approximating the number of golden fish in a 25-mile section of river?</a:t>
            </a:r>
            <a:endParaRPr/>
          </a:p>
          <a:p>
            <a:pPr indent="-292100" lvl="0" marL="292100" rtl="0" algn="just">
              <a:spcBef>
                <a:spcPts val="0"/>
              </a:spcBef>
              <a:spcAft>
                <a:spcPts val="0"/>
              </a:spcAft>
              <a:buSzPts val="1400"/>
              <a:buChar char="⦿"/>
            </a:pPr>
            <a:r>
              <a:rPr lang="en-US" sz="2000"/>
              <a:t>A 25-mile-long section of river is likely to include a number of different types of ecosystems that each would harbor a different density of fish.  In order to get a good sample, a </a:t>
            </a:r>
            <a:r>
              <a:rPr b="1" i="1" lang="en-US" sz="2000"/>
              <a:t>multi-stage</a:t>
            </a:r>
            <a:r>
              <a:rPr lang="en-US" sz="2000"/>
              <a:t> sampling method comprised of a stratified sample of different ecosystems followed by a random sampling of fish in each ecosystem would probably be a good choice.</a:t>
            </a:r>
            <a:endParaRPr/>
          </a:p>
          <a:p>
            <a:pPr indent="-203200" lvl="0" marL="292100" rtl="0" algn="l">
              <a:spcBef>
                <a:spcPts val="0"/>
              </a:spcBef>
              <a:spcAft>
                <a:spcPts val="0"/>
              </a:spcAft>
              <a:buSzPts val="1400"/>
              <a:buNone/>
            </a:pPr>
            <a:r>
              <a:t/>
            </a:r>
            <a:endParaRPr sz="2000"/>
          </a:p>
          <a:p>
            <a:pPr indent="-149860" lvl="0" marL="292100" rtl="0" algn="l">
              <a:spcBef>
                <a:spcPts val="0"/>
              </a:spcBef>
              <a:spcAft>
                <a:spcPts val="0"/>
              </a:spcAft>
              <a:buSzPts val="224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8"/>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Examples</a:t>
            </a:r>
            <a:endParaRPr/>
          </a:p>
        </p:txBody>
      </p:sp>
      <p:sp>
        <p:nvSpPr>
          <p:cNvPr id="453" name="Google Shape;453;p48"/>
          <p:cNvSpPr txBox="1"/>
          <p:nvPr>
            <p:ph idx="1" type="body"/>
          </p:nvPr>
        </p:nvSpPr>
        <p:spPr>
          <a:xfrm>
            <a:off x="457200" y="1600200"/>
            <a:ext cx="8458200" cy="49530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400"/>
              <a:buChar char="⦿"/>
            </a:pPr>
            <a:r>
              <a:rPr lang="en-US" sz="2000"/>
              <a:t>Would you reasonably expect bias to have affected a sample composed of 75% Toyota vehicles in a study of the most common cars in large U.S. cities?</a:t>
            </a:r>
            <a:endParaRPr/>
          </a:p>
          <a:p>
            <a:pPr indent="-292100" lvl="0" marL="292100" rtl="0" algn="just">
              <a:spcBef>
                <a:spcPts val="0"/>
              </a:spcBef>
              <a:spcAft>
                <a:spcPts val="0"/>
              </a:spcAft>
              <a:buSzPts val="1400"/>
              <a:buChar char="⦿"/>
            </a:pPr>
            <a:r>
              <a:rPr lang="en-US" sz="2000"/>
              <a:t>Although Toyota is a very popular vehicle manufacturer, 75% is an extremely high percentage of vehicles in a large city (reasonable estimates put Toyota somewhere between 25 and 30 percent).  Such a huge number would definitely suggest sample bias.</a:t>
            </a:r>
            <a:endParaRPr/>
          </a:p>
          <a:p>
            <a:pPr indent="-292100" lvl="0" marL="292100" rtl="0" algn="just">
              <a:spcBef>
                <a:spcPts val="0"/>
              </a:spcBef>
              <a:spcAft>
                <a:spcPts val="0"/>
              </a:spcAft>
              <a:buSzPts val="1400"/>
              <a:buChar char="⦿"/>
            </a:pPr>
            <a:r>
              <a:rPr lang="en-US" sz="2000"/>
              <a:t>Would a random sampling of students be the most appropriate method of sampling for a study of the most enjoyable after-school club in a large public school?</a:t>
            </a:r>
            <a:endParaRPr/>
          </a:p>
          <a:p>
            <a:pPr indent="-292100" lvl="0" marL="292100" rtl="0" algn="just">
              <a:spcBef>
                <a:spcPts val="0"/>
              </a:spcBef>
              <a:spcAft>
                <a:spcPts val="0"/>
              </a:spcAft>
              <a:buSzPts val="1400"/>
              <a:buChar char="⦿"/>
            </a:pPr>
            <a:r>
              <a:rPr lang="en-US" sz="2000"/>
              <a:t>Probably not, since a random sampling would likely include a large number of students who either have no opinion or have no experience with any after school clubs.  More accurate results would be obtained by a multi-stage sample that first identified club members, and then randomly selected representatives from them.</a:t>
            </a:r>
            <a:endParaRPr/>
          </a:p>
          <a:p>
            <a:pPr indent="-203200" lvl="0" marL="292100" rtl="0" algn="just">
              <a:spcBef>
                <a:spcPts val="0"/>
              </a:spcBef>
              <a:spcAft>
                <a:spcPts val="0"/>
              </a:spcAft>
              <a:buSzPts val="1400"/>
              <a:buNone/>
            </a:pPr>
            <a:r>
              <a:t/>
            </a:r>
            <a:endParaRPr sz="2000"/>
          </a:p>
          <a:p>
            <a:pPr indent="-149860" lvl="0" marL="292100" rtl="0" algn="l">
              <a:spcBef>
                <a:spcPts val="0"/>
              </a:spcBef>
              <a:spcAft>
                <a:spcPts val="0"/>
              </a:spcAft>
              <a:buSzPts val="224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9"/>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Examples</a:t>
            </a:r>
            <a:endParaRPr/>
          </a:p>
        </p:txBody>
      </p:sp>
      <p:sp>
        <p:nvSpPr>
          <p:cNvPr id="459" name="Google Shape;459;p49"/>
          <p:cNvSpPr txBox="1"/>
          <p:nvPr>
            <p:ph idx="1" type="body"/>
          </p:nvPr>
        </p:nvSpPr>
        <p:spPr>
          <a:xfrm>
            <a:off x="457200" y="1371600"/>
            <a:ext cx="8305800" cy="5181600"/>
          </a:xfrm>
          <a:prstGeom prst="rect">
            <a:avLst/>
          </a:prstGeom>
          <a:noFill/>
          <a:ln>
            <a:noFill/>
          </a:ln>
        </p:spPr>
        <p:txBody>
          <a:bodyPr anchorCtr="0" anchor="t" bIns="45700" lIns="91425" spcFirstLastPara="1" rIns="91425" wrap="square" tIns="45700">
            <a:normAutofit/>
          </a:bodyPr>
          <a:lstStyle/>
          <a:p>
            <a:pPr indent="-292100" lvl="0" marL="292100" rtl="0" algn="just">
              <a:spcBef>
                <a:spcPts val="0"/>
              </a:spcBef>
              <a:spcAft>
                <a:spcPts val="0"/>
              </a:spcAft>
              <a:buSzPts val="1400"/>
              <a:buChar char="⦿"/>
            </a:pPr>
            <a:r>
              <a:rPr lang="en-US" sz="2000"/>
              <a:t>What might you conjecture about a study that claims 100% of respondents preferred “Super Sweet and Crunchy” cereal over “Super Duper Sweet” cereal</a:t>
            </a:r>
            <a:endParaRPr/>
          </a:p>
          <a:p>
            <a:pPr indent="-292100" lvl="0" marL="292100" rtl="0" algn="just">
              <a:spcBef>
                <a:spcPts val="0"/>
              </a:spcBef>
              <a:spcAft>
                <a:spcPts val="0"/>
              </a:spcAft>
              <a:buSzPts val="1400"/>
              <a:buChar char="⦿"/>
            </a:pPr>
            <a:r>
              <a:rPr lang="en-US" sz="2000"/>
              <a:t>There are a number of reasonable specific conjectures we might make, most related to inaccurate sampling methodology.  Perhaps the sample was chosen from employees of the “Super Sweet and Crunchy” cereal company, perhaps respondents were offered a reward for choosing one option over the other, perhaps there was only a single member of the sample group or the “study” didn’t include milk for the other cereal, or didn’t offer samples of “Super Duper Sweet” to respondents at all.</a:t>
            </a:r>
            <a:endParaRPr/>
          </a:p>
          <a:p>
            <a:pPr indent="-203200" lvl="0" marL="292100" rtl="0" algn="just">
              <a:spcBef>
                <a:spcPts val="0"/>
              </a:spcBef>
              <a:spcAft>
                <a:spcPts val="0"/>
              </a:spcAft>
              <a:buSzPts val="1400"/>
              <a:buNone/>
            </a:pPr>
            <a:r>
              <a:t/>
            </a:r>
            <a:endParaRPr sz="2000"/>
          </a:p>
          <a:p>
            <a:pPr indent="-203200" lvl="0" marL="292100" rtl="0" algn="just">
              <a:spcBef>
                <a:spcPts val="0"/>
              </a:spcBef>
              <a:spcAft>
                <a:spcPts val="0"/>
              </a:spcAft>
              <a:buSzPts val="1400"/>
              <a:buNone/>
            </a:pPr>
            <a:r>
              <a:t/>
            </a:r>
            <a:endParaRPr sz="2000"/>
          </a:p>
          <a:p>
            <a:pPr indent="-203200" lvl="0" marL="292100" rtl="0" algn="just">
              <a:spcBef>
                <a:spcPts val="0"/>
              </a:spcBef>
              <a:spcAft>
                <a:spcPts val="0"/>
              </a:spcAft>
              <a:buSzPts val="1400"/>
              <a:buNone/>
            </a:pPr>
            <a:r>
              <a:t/>
            </a:r>
            <a:endParaRPr sz="2000"/>
          </a:p>
          <a:p>
            <a:pPr indent="-149860" lvl="0" marL="292100" rtl="0" algn="l">
              <a:spcBef>
                <a:spcPts val="0"/>
              </a:spcBef>
              <a:spcAft>
                <a:spcPts val="0"/>
              </a:spcAft>
              <a:buSzPts val="224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0"/>
          <p:cNvSpPr txBox="1"/>
          <p:nvPr>
            <p:ph type="title"/>
          </p:nvPr>
        </p:nvSpPr>
        <p:spPr>
          <a:xfrm>
            <a:off x="457200" y="253536"/>
            <a:ext cx="8229600" cy="1143000"/>
          </a:xfrm>
          <a:prstGeom prst="rect">
            <a:avLst/>
          </a:prstGeom>
          <a:noFill/>
          <a:ln>
            <a:noFill/>
          </a:ln>
        </p:spPr>
        <p:txBody>
          <a:bodyPr anchorCtr="0" anchor="b" bIns="45700" lIns="91425" spcFirstLastPara="1" rIns="91425" wrap="square" tIns="45700">
            <a:normAutofit/>
          </a:bodyPr>
          <a:lstStyle/>
          <a:p>
            <a:pPr indent="0" lvl="0" marL="54864" rtl="0" algn="r">
              <a:spcBef>
                <a:spcPts val="0"/>
              </a:spcBef>
              <a:spcAft>
                <a:spcPts val="0"/>
              </a:spcAft>
              <a:buClr>
                <a:srgbClr val="E7E9C9"/>
              </a:buClr>
              <a:buSzPts val="4600"/>
              <a:buFont typeface="Rockwell"/>
              <a:buNone/>
            </a:pPr>
            <a:r>
              <a:rPr lang="en-US"/>
              <a:t>Statistics and Parameters</a:t>
            </a:r>
            <a:endParaRPr/>
          </a:p>
        </p:txBody>
      </p:sp>
      <p:pic>
        <p:nvPicPr>
          <p:cNvPr id="465" name="Google Shape;465;p50"/>
          <p:cNvPicPr preferRelativeResize="0"/>
          <p:nvPr>
            <p:ph idx="1" type="body"/>
          </p:nvPr>
        </p:nvPicPr>
        <p:blipFill rotWithShape="1">
          <a:blip r:embed="rId3">
            <a:alphaModFix/>
          </a:blip>
          <a:srcRect b="0" l="0" r="0" t="0"/>
          <a:stretch/>
        </p:blipFill>
        <p:spPr>
          <a:xfrm>
            <a:off x="546958" y="1646238"/>
            <a:ext cx="8050083" cy="45259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undry">
  <a:themeElements>
    <a:clrScheme name="Foundry">
      <a:dk1>
        <a:srgbClr val="000000"/>
      </a:dk1>
      <a:lt1>
        <a:srgbClr val="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2021-12-04T04:04:15Z</dcterms:created>
  <dc:creator>HOD_IT</dc:creator>
</cp:coreProperties>
</file>